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256" r:id="rId3"/>
    <p:sldId id="279" r:id="rId4"/>
    <p:sldId id="290" r:id="rId5"/>
    <p:sldId id="282" r:id="rId6"/>
    <p:sldId id="283" r:id="rId7"/>
    <p:sldId id="268" r:id="rId8"/>
    <p:sldId id="267" r:id="rId9"/>
    <p:sldId id="271" r:id="rId10"/>
    <p:sldId id="269" r:id="rId11"/>
    <p:sldId id="265" r:id="rId12"/>
    <p:sldId id="285" r:id="rId13"/>
    <p:sldId id="263" r:id="rId14"/>
    <p:sldId id="286" r:id="rId15"/>
    <p:sldId id="287" r:id="rId16"/>
    <p:sldId id="294" r:id="rId17"/>
    <p:sldId id="288" r:id="rId18"/>
    <p:sldId id="293" r:id="rId19"/>
    <p:sldId id="289"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65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29BB33-8229-4729-95F0-4284F5E9EA36}" v="58" dt="2026-05-06T09:50:20.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9" d="100"/>
          <a:sy n="169" d="100"/>
        </p:scale>
        <p:origin x="274" y="11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ll Guo" userId="103f95da-f635-4b8a-a4a2-71c7b42a9854" providerId="ADAL" clId="{4EC3DA5F-8847-4C60-9532-4015A7802353}"/>
    <pc:docChg chg="undo custSel addSld delSld modSld sldOrd">
      <pc:chgData name="Bill Guo" userId="103f95da-f635-4b8a-a4a2-71c7b42a9854" providerId="ADAL" clId="{4EC3DA5F-8847-4C60-9532-4015A7802353}" dt="2026-05-06T13:31:11.983" v="3990" actId="14100"/>
      <pc:docMkLst>
        <pc:docMk/>
      </pc:docMkLst>
      <pc:sldChg chg="modSp mod ord">
        <pc:chgData name="Bill Guo" userId="103f95da-f635-4b8a-a4a2-71c7b42a9854" providerId="ADAL" clId="{4EC3DA5F-8847-4C60-9532-4015A7802353}" dt="2026-05-05T11:00:32.567" v="4" actId="20577"/>
        <pc:sldMkLst>
          <pc:docMk/>
          <pc:sldMk cId="0" sldId="256"/>
        </pc:sldMkLst>
        <pc:spChg chg="mod">
          <ac:chgData name="Bill Guo" userId="103f95da-f635-4b8a-a4a2-71c7b42a9854" providerId="ADAL" clId="{4EC3DA5F-8847-4C60-9532-4015A7802353}" dt="2026-05-05T11:00:21.982" v="2" actId="14100"/>
          <ac:spMkLst>
            <pc:docMk/>
            <pc:sldMk cId="0" sldId="256"/>
            <ac:spMk id="31" creationId="{00000000-0000-0000-0000-000000000000}"/>
          </ac:spMkLst>
        </pc:spChg>
        <pc:spChg chg="mod">
          <ac:chgData name="Bill Guo" userId="103f95da-f635-4b8a-a4a2-71c7b42a9854" providerId="ADAL" clId="{4EC3DA5F-8847-4C60-9532-4015A7802353}" dt="2026-05-05T11:00:32.567" v="4" actId="20577"/>
          <ac:spMkLst>
            <pc:docMk/>
            <pc:sldMk cId="0" sldId="256"/>
            <ac:spMk id="32" creationId="{00000000-0000-0000-0000-000000000000}"/>
          </ac:spMkLst>
        </pc:spChg>
      </pc:sldChg>
      <pc:sldChg chg="addSp delSp modSp mod">
        <pc:chgData name="Bill Guo" userId="103f95da-f635-4b8a-a4a2-71c7b42a9854" providerId="ADAL" clId="{4EC3DA5F-8847-4C60-9532-4015A7802353}" dt="2026-05-05T21:18:52.585" v="2193" actId="14100"/>
        <pc:sldMkLst>
          <pc:docMk/>
          <pc:sldMk cId="0" sldId="257"/>
        </pc:sldMkLst>
        <pc:spChg chg="del">
          <ac:chgData name="Bill Guo" userId="103f95da-f635-4b8a-a4a2-71c7b42a9854" providerId="ADAL" clId="{4EC3DA5F-8847-4C60-9532-4015A7802353}" dt="2026-05-05T11:12:03.167" v="20" actId="478"/>
          <ac:spMkLst>
            <pc:docMk/>
            <pc:sldMk cId="0" sldId="257"/>
            <ac:spMk id="3" creationId="{00000000-0000-0000-0000-000000000000}"/>
          </ac:spMkLst>
        </pc:spChg>
        <pc:spChg chg="del">
          <ac:chgData name="Bill Guo" userId="103f95da-f635-4b8a-a4a2-71c7b42a9854" providerId="ADAL" clId="{4EC3DA5F-8847-4C60-9532-4015A7802353}" dt="2026-05-05T11:12:16.567" v="22" actId="21"/>
          <ac:spMkLst>
            <pc:docMk/>
            <pc:sldMk cId="0" sldId="257"/>
            <ac:spMk id="4" creationId="{00000000-0000-0000-0000-000000000000}"/>
          </ac:spMkLst>
        </pc:spChg>
        <pc:spChg chg="add">
          <ac:chgData name="Bill Guo" userId="103f95da-f635-4b8a-a4a2-71c7b42a9854" providerId="ADAL" clId="{4EC3DA5F-8847-4C60-9532-4015A7802353}" dt="2026-05-05T11:04:53.041" v="9"/>
          <ac:spMkLst>
            <pc:docMk/>
            <pc:sldMk cId="0" sldId="257"/>
            <ac:spMk id="9" creationId="{2BDF3408-6EBE-864F-BAD6-E5A79BCB0D11}"/>
          </ac:spMkLst>
        </pc:spChg>
        <pc:spChg chg="add mod">
          <ac:chgData name="Bill Guo" userId="103f95da-f635-4b8a-a4a2-71c7b42a9854" providerId="ADAL" clId="{4EC3DA5F-8847-4C60-9532-4015A7802353}" dt="2026-05-05T11:04:58.642" v="13"/>
          <ac:spMkLst>
            <pc:docMk/>
            <pc:sldMk cId="0" sldId="257"/>
            <ac:spMk id="10" creationId="{588C8985-8BD3-A683-FA1F-CC5295EDA0D7}"/>
          </ac:spMkLst>
        </pc:spChg>
        <pc:spChg chg="add mod">
          <ac:chgData name="Bill Guo" userId="103f95da-f635-4b8a-a4a2-71c7b42a9854" providerId="ADAL" clId="{4EC3DA5F-8847-4C60-9532-4015A7802353}" dt="2026-05-05T11:04:58.321" v="12"/>
          <ac:spMkLst>
            <pc:docMk/>
            <pc:sldMk cId="0" sldId="257"/>
            <ac:spMk id="11" creationId="{171AA76E-9B37-477F-0BED-A46AEBFFC232}"/>
          </ac:spMkLst>
        </pc:spChg>
        <pc:spChg chg="add">
          <ac:chgData name="Bill Guo" userId="103f95da-f635-4b8a-a4a2-71c7b42a9854" providerId="ADAL" clId="{4EC3DA5F-8847-4C60-9532-4015A7802353}" dt="2026-05-05T11:05:00.166" v="14"/>
          <ac:spMkLst>
            <pc:docMk/>
            <pc:sldMk cId="0" sldId="257"/>
            <ac:spMk id="12" creationId="{21756286-27BA-1BB0-D45E-8A2D4DB54087}"/>
          </ac:spMkLst>
        </pc:spChg>
        <pc:spChg chg="add mod">
          <ac:chgData name="Bill Guo" userId="103f95da-f635-4b8a-a4a2-71c7b42a9854" providerId="ADAL" clId="{4EC3DA5F-8847-4C60-9532-4015A7802353}" dt="2026-05-05T11:12:34.943" v="27" actId="1076"/>
          <ac:spMkLst>
            <pc:docMk/>
            <pc:sldMk cId="0" sldId="257"/>
            <ac:spMk id="13" creationId="{00000000-0000-0000-0000-000000000000}"/>
          </ac:spMkLst>
        </pc:spChg>
        <pc:picChg chg="add del mod">
          <ac:chgData name="Bill Guo" userId="103f95da-f635-4b8a-a4a2-71c7b42a9854" providerId="ADAL" clId="{4EC3DA5F-8847-4C60-9532-4015A7802353}" dt="2026-05-05T11:04:38.884" v="7" actId="478"/>
          <ac:picMkLst>
            <pc:docMk/>
            <pc:sldMk cId="0" sldId="257"/>
            <ac:picMk id="1026" creationId="{39CF6679-63BF-815C-6C97-ABE1E15C91F5}"/>
          </ac:picMkLst>
        </pc:picChg>
        <pc:picChg chg="add">
          <ac:chgData name="Bill Guo" userId="103f95da-f635-4b8a-a4a2-71c7b42a9854" providerId="ADAL" clId="{4EC3DA5F-8847-4C60-9532-4015A7802353}" dt="2026-05-05T11:04:39.204" v="8"/>
          <ac:picMkLst>
            <pc:docMk/>
            <pc:sldMk cId="0" sldId="257"/>
            <ac:picMk id="1028" creationId="{9A8D4133-B85D-B91D-E59B-CD9C61703B4F}"/>
          </ac:picMkLst>
        </pc:picChg>
        <pc:picChg chg="add mod">
          <ac:chgData name="Bill Guo" userId="103f95da-f635-4b8a-a4a2-71c7b42a9854" providerId="ADAL" clId="{4EC3DA5F-8847-4C60-9532-4015A7802353}" dt="2026-05-05T21:18:52.585" v="2193" actId="14100"/>
          <ac:picMkLst>
            <pc:docMk/>
            <pc:sldMk cId="0" sldId="257"/>
            <ac:picMk id="1038" creationId="{B1AAFAC1-2D56-7F64-3CA9-4BFA7F2D3DB7}"/>
          </ac:picMkLst>
        </pc:picChg>
      </pc:sldChg>
      <pc:sldChg chg="delSp del mod">
        <pc:chgData name="Bill Guo" userId="103f95da-f635-4b8a-a4a2-71c7b42a9854" providerId="ADAL" clId="{4EC3DA5F-8847-4C60-9532-4015A7802353}" dt="2026-05-05T11:50:58.371" v="538"/>
        <pc:sldMkLst>
          <pc:docMk/>
          <pc:sldMk cId="0" sldId="258"/>
        </pc:sldMkLst>
        <pc:spChg chg="del">
          <ac:chgData name="Bill Guo" userId="103f95da-f635-4b8a-a4a2-71c7b42a9854" providerId="ADAL" clId="{4EC3DA5F-8847-4C60-9532-4015A7802353}" dt="2026-05-05T11:50:52.251" v="535"/>
          <ac:spMkLst>
            <pc:docMk/>
            <pc:sldMk cId="0" sldId="258"/>
            <ac:spMk id="4" creationId="{00000000-0000-0000-0000-000000000000}"/>
          </ac:spMkLst>
        </pc:spChg>
        <pc:spChg chg="del">
          <ac:chgData name="Bill Guo" userId="103f95da-f635-4b8a-a4a2-71c7b42a9854" providerId="ADAL" clId="{4EC3DA5F-8847-4C60-9532-4015A7802353}" dt="2026-05-05T11:50:52.251" v="536"/>
          <ac:spMkLst>
            <pc:docMk/>
            <pc:sldMk cId="0" sldId="258"/>
            <ac:spMk id="5" creationId="{00000000-0000-0000-0000-000000000000}"/>
          </ac:spMkLst>
        </pc:spChg>
      </pc:sldChg>
      <pc:sldChg chg="modSp del mod">
        <pc:chgData name="Bill Guo" userId="103f95da-f635-4b8a-a4a2-71c7b42a9854" providerId="ADAL" clId="{4EC3DA5F-8847-4C60-9532-4015A7802353}" dt="2026-05-05T16:38:16.667" v="1140"/>
        <pc:sldMkLst>
          <pc:docMk/>
          <pc:sldMk cId="0" sldId="259"/>
        </pc:sldMkLst>
        <pc:spChg chg="mod">
          <ac:chgData name="Bill Guo" userId="103f95da-f635-4b8a-a4a2-71c7b42a9854" providerId="ADAL" clId="{4EC3DA5F-8847-4C60-9532-4015A7802353}" dt="2026-05-05T16:38:11.375" v="1138"/>
          <ac:spMkLst>
            <pc:docMk/>
            <pc:sldMk cId="0" sldId="259"/>
            <ac:spMk id="3" creationId="{00000000-0000-0000-0000-000000000000}"/>
          </ac:spMkLst>
        </pc:spChg>
        <pc:spChg chg="mod">
          <ac:chgData name="Bill Guo" userId="103f95da-f635-4b8a-a4a2-71c7b42a9854" providerId="ADAL" clId="{4EC3DA5F-8847-4C60-9532-4015A7802353}" dt="2026-05-05T11:40:09.759" v="515" actId="14100"/>
          <ac:spMkLst>
            <pc:docMk/>
            <pc:sldMk cId="0" sldId="259"/>
            <ac:spMk id="4" creationId="{00000000-0000-0000-0000-000000000000}"/>
          </ac:spMkLst>
        </pc:spChg>
        <pc:picChg chg="mod">
          <ac:chgData name="Bill Guo" userId="103f95da-f635-4b8a-a4a2-71c7b42a9854" providerId="ADAL" clId="{4EC3DA5F-8847-4C60-9532-4015A7802353}" dt="2026-05-05T11:40:02.953" v="513" actId="1076"/>
          <ac:picMkLst>
            <pc:docMk/>
            <pc:sldMk cId="0" sldId="259"/>
            <ac:picMk id="8" creationId="{00000000-0000-0000-0000-000000000000}"/>
          </ac:picMkLst>
        </pc:picChg>
      </pc:sldChg>
      <pc:sldChg chg="addSp delSp modSp del mod">
        <pc:chgData name="Bill Guo" userId="103f95da-f635-4b8a-a4a2-71c7b42a9854" providerId="ADAL" clId="{4EC3DA5F-8847-4C60-9532-4015A7802353}" dt="2026-05-05T11:27:10.268" v="255"/>
        <pc:sldMkLst>
          <pc:docMk/>
          <pc:sldMk cId="0" sldId="260"/>
        </pc:sldMkLst>
        <pc:spChg chg="del">
          <ac:chgData name="Bill Guo" userId="103f95da-f635-4b8a-a4a2-71c7b42a9854" providerId="ADAL" clId="{4EC3DA5F-8847-4C60-9532-4015A7802353}" dt="2026-05-05T11:26:32.747" v="28"/>
          <ac:spMkLst>
            <pc:docMk/>
            <pc:sldMk cId="0" sldId="260"/>
            <ac:spMk id="4" creationId="{00000000-0000-0000-0000-000000000000}"/>
          </ac:spMkLst>
        </pc:spChg>
        <pc:spChg chg="del">
          <ac:chgData name="Bill Guo" userId="103f95da-f635-4b8a-a4a2-71c7b42a9854" providerId="ADAL" clId="{4EC3DA5F-8847-4C60-9532-4015A7802353}" dt="2026-05-05T11:26:32.748" v="29"/>
          <ac:spMkLst>
            <pc:docMk/>
            <pc:sldMk cId="0" sldId="260"/>
            <ac:spMk id="5" creationId="{00000000-0000-0000-0000-000000000000}"/>
          </ac:spMkLst>
        </pc:spChg>
        <pc:spChg chg="del">
          <ac:chgData name="Bill Guo" userId="103f95da-f635-4b8a-a4a2-71c7b42a9854" providerId="ADAL" clId="{4EC3DA5F-8847-4C60-9532-4015A7802353}" dt="2026-05-05T11:26:32.749" v="30"/>
          <ac:spMkLst>
            <pc:docMk/>
            <pc:sldMk cId="0" sldId="260"/>
            <ac:spMk id="6" creationId="{00000000-0000-0000-0000-000000000000}"/>
          </ac:spMkLst>
        </pc:spChg>
        <pc:spChg chg="del">
          <ac:chgData name="Bill Guo" userId="103f95da-f635-4b8a-a4a2-71c7b42a9854" providerId="ADAL" clId="{4EC3DA5F-8847-4C60-9532-4015A7802353}" dt="2026-05-05T11:26:32.749" v="31"/>
          <ac:spMkLst>
            <pc:docMk/>
            <pc:sldMk cId="0" sldId="260"/>
            <ac:spMk id="7" creationId="{00000000-0000-0000-0000-000000000000}"/>
          </ac:spMkLst>
        </pc:spChg>
        <pc:spChg chg="del">
          <ac:chgData name="Bill Guo" userId="103f95da-f635-4b8a-a4a2-71c7b42a9854" providerId="ADAL" clId="{4EC3DA5F-8847-4C60-9532-4015A7802353}" dt="2026-05-05T11:26:32.749" v="32"/>
          <ac:spMkLst>
            <pc:docMk/>
            <pc:sldMk cId="0" sldId="260"/>
            <ac:spMk id="8" creationId="{00000000-0000-0000-0000-000000000000}"/>
          </ac:spMkLst>
        </pc:spChg>
        <pc:spChg chg="del">
          <ac:chgData name="Bill Guo" userId="103f95da-f635-4b8a-a4a2-71c7b42a9854" providerId="ADAL" clId="{4EC3DA5F-8847-4C60-9532-4015A7802353}" dt="2026-05-05T11:26:32.749" v="33"/>
          <ac:spMkLst>
            <pc:docMk/>
            <pc:sldMk cId="0" sldId="260"/>
            <ac:spMk id="9" creationId="{00000000-0000-0000-0000-000000000000}"/>
          </ac:spMkLst>
        </pc:spChg>
        <pc:spChg chg="del">
          <ac:chgData name="Bill Guo" userId="103f95da-f635-4b8a-a4a2-71c7b42a9854" providerId="ADAL" clId="{4EC3DA5F-8847-4C60-9532-4015A7802353}" dt="2026-05-05T11:26:32.750" v="34"/>
          <ac:spMkLst>
            <pc:docMk/>
            <pc:sldMk cId="0" sldId="260"/>
            <ac:spMk id="10" creationId="{00000000-0000-0000-0000-000000000000}"/>
          </ac:spMkLst>
        </pc:spChg>
        <pc:spChg chg="del">
          <ac:chgData name="Bill Guo" userId="103f95da-f635-4b8a-a4a2-71c7b42a9854" providerId="ADAL" clId="{4EC3DA5F-8847-4C60-9532-4015A7802353}" dt="2026-05-05T11:26:32.750" v="35"/>
          <ac:spMkLst>
            <pc:docMk/>
            <pc:sldMk cId="0" sldId="260"/>
            <ac:spMk id="11" creationId="{00000000-0000-0000-0000-000000000000}"/>
          </ac:spMkLst>
        </pc:spChg>
        <pc:spChg chg="del">
          <ac:chgData name="Bill Guo" userId="103f95da-f635-4b8a-a4a2-71c7b42a9854" providerId="ADAL" clId="{4EC3DA5F-8847-4C60-9532-4015A7802353}" dt="2026-05-05T11:26:32.750" v="36"/>
          <ac:spMkLst>
            <pc:docMk/>
            <pc:sldMk cId="0" sldId="260"/>
            <ac:spMk id="12" creationId="{00000000-0000-0000-0000-000000000000}"/>
          </ac:spMkLst>
        </pc:spChg>
        <pc:spChg chg="del">
          <ac:chgData name="Bill Guo" userId="103f95da-f635-4b8a-a4a2-71c7b42a9854" providerId="ADAL" clId="{4EC3DA5F-8847-4C60-9532-4015A7802353}" dt="2026-05-05T11:26:32.750" v="37"/>
          <ac:spMkLst>
            <pc:docMk/>
            <pc:sldMk cId="0" sldId="260"/>
            <ac:spMk id="13" creationId="{00000000-0000-0000-0000-000000000000}"/>
          </ac:spMkLst>
        </pc:spChg>
        <pc:spChg chg="del">
          <ac:chgData name="Bill Guo" userId="103f95da-f635-4b8a-a4a2-71c7b42a9854" providerId="ADAL" clId="{4EC3DA5F-8847-4C60-9532-4015A7802353}" dt="2026-05-05T11:26:32.751" v="38"/>
          <ac:spMkLst>
            <pc:docMk/>
            <pc:sldMk cId="0" sldId="260"/>
            <ac:spMk id="14" creationId="{00000000-0000-0000-0000-000000000000}"/>
          </ac:spMkLst>
        </pc:spChg>
        <pc:spChg chg="del">
          <ac:chgData name="Bill Guo" userId="103f95da-f635-4b8a-a4a2-71c7b42a9854" providerId="ADAL" clId="{4EC3DA5F-8847-4C60-9532-4015A7802353}" dt="2026-05-05T11:26:32.751" v="39"/>
          <ac:spMkLst>
            <pc:docMk/>
            <pc:sldMk cId="0" sldId="260"/>
            <ac:spMk id="15" creationId="{00000000-0000-0000-0000-000000000000}"/>
          </ac:spMkLst>
        </pc:spChg>
        <pc:spChg chg="del">
          <ac:chgData name="Bill Guo" userId="103f95da-f635-4b8a-a4a2-71c7b42a9854" providerId="ADAL" clId="{4EC3DA5F-8847-4C60-9532-4015A7802353}" dt="2026-05-05T11:26:32.751" v="40"/>
          <ac:spMkLst>
            <pc:docMk/>
            <pc:sldMk cId="0" sldId="260"/>
            <ac:spMk id="16" creationId="{00000000-0000-0000-0000-000000000000}"/>
          </ac:spMkLst>
        </pc:spChg>
        <pc:spChg chg="del">
          <ac:chgData name="Bill Guo" userId="103f95da-f635-4b8a-a4a2-71c7b42a9854" providerId="ADAL" clId="{4EC3DA5F-8847-4C60-9532-4015A7802353}" dt="2026-05-05T11:26:32.752" v="41"/>
          <ac:spMkLst>
            <pc:docMk/>
            <pc:sldMk cId="0" sldId="260"/>
            <ac:spMk id="17" creationId="{00000000-0000-0000-0000-000000000000}"/>
          </ac:spMkLst>
        </pc:spChg>
        <pc:spChg chg="del">
          <ac:chgData name="Bill Guo" userId="103f95da-f635-4b8a-a4a2-71c7b42a9854" providerId="ADAL" clId="{4EC3DA5F-8847-4C60-9532-4015A7802353}" dt="2026-05-05T11:26:32.752" v="42"/>
          <ac:spMkLst>
            <pc:docMk/>
            <pc:sldMk cId="0" sldId="260"/>
            <ac:spMk id="18" creationId="{00000000-0000-0000-0000-000000000000}"/>
          </ac:spMkLst>
        </pc:spChg>
        <pc:spChg chg="del">
          <ac:chgData name="Bill Guo" userId="103f95da-f635-4b8a-a4a2-71c7b42a9854" providerId="ADAL" clId="{4EC3DA5F-8847-4C60-9532-4015A7802353}" dt="2026-05-05T11:26:32.752" v="43"/>
          <ac:spMkLst>
            <pc:docMk/>
            <pc:sldMk cId="0" sldId="260"/>
            <ac:spMk id="19" creationId="{00000000-0000-0000-0000-000000000000}"/>
          </ac:spMkLst>
        </pc:spChg>
        <pc:spChg chg="del">
          <ac:chgData name="Bill Guo" userId="103f95da-f635-4b8a-a4a2-71c7b42a9854" providerId="ADAL" clId="{4EC3DA5F-8847-4C60-9532-4015A7802353}" dt="2026-05-05T11:26:32.752" v="44"/>
          <ac:spMkLst>
            <pc:docMk/>
            <pc:sldMk cId="0" sldId="260"/>
            <ac:spMk id="20" creationId="{00000000-0000-0000-0000-000000000000}"/>
          </ac:spMkLst>
        </pc:spChg>
        <pc:spChg chg="del">
          <ac:chgData name="Bill Guo" userId="103f95da-f635-4b8a-a4a2-71c7b42a9854" providerId="ADAL" clId="{4EC3DA5F-8847-4C60-9532-4015A7802353}" dt="2026-05-05T11:26:32.752" v="45"/>
          <ac:spMkLst>
            <pc:docMk/>
            <pc:sldMk cId="0" sldId="260"/>
            <ac:spMk id="21" creationId="{00000000-0000-0000-0000-000000000000}"/>
          </ac:spMkLst>
        </pc:spChg>
        <pc:spChg chg="add mod">
          <ac:chgData name="Bill Guo" userId="103f95da-f635-4b8a-a4a2-71c7b42a9854" providerId="ADAL" clId="{4EC3DA5F-8847-4C60-9532-4015A7802353}" dt="2026-05-05T11:27:04.389" v="49"/>
          <ac:spMkLst>
            <pc:docMk/>
            <pc:sldMk cId="0" sldId="260"/>
            <ac:spMk id="25" creationId="{EA9273C4-7990-4922-8B67-623FEACD6754}"/>
          </ac:spMkLst>
        </pc:spChg>
        <pc:spChg chg="add mod">
          <ac:chgData name="Bill Guo" userId="103f95da-f635-4b8a-a4a2-71c7b42a9854" providerId="ADAL" clId="{4EC3DA5F-8847-4C60-9532-4015A7802353}" dt="2026-05-05T11:27:04.400" v="61"/>
          <ac:spMkLst>
            <pc:docMk/>
            <pc:sldMk cId="0" sldId="260"/>
            <ac:spMk id="26" creationId="{605D1D19-FF9D-48FA-8513-AADBA8DB2CBC}"/>
          </ac:spMkLst>
        </pc:spChg>
        <pc:spChg chg="add mod">
          <ac:chgData name="Bill Guo" userId="103f95da-f635-4b8a-a4a2-71c7b42a9854" providerId="ADAL" clId="{4EC3DA5F-8847-4C60-9532-4015A7802353}" dt="2026-05-05T11:27:04.400" v="65"/>
          <ac:spMkLst>
            <pc:docMk/>
            <pc:sldMk cId="0" sldId="260"/>
            <ac:spMk id="27" creationId="{D67B74BE-5798-436F-84CC-509DB8AB8DCE}"/>
          </ac:spMkLst>
        </pc:spChg>
        <pc:spChg chg="add mod">
          <ac:chgData name="Bill Guo" userId="103f95da-f635-4b8a-a4a2-71c7b42a9854" providerId="ADAL" clId="{4EC3DA5F-8847-4C60-9532-4015A7802353}" dt="2026-05-05T11:27:04.402" v="70"/>
          <ac:spMkLst>
            <pc:docMk/>
            <pc:sldMk cId="0" sldId="260"/>
            <ac:spMk id="28" creationId="{247D6265-A9EA-423A-A891-49D4A281ABA8}"/>
          </ac:spMkLst>
        </pc:spChg>
        <pc:spChg chg="add mod">
          <ac:chgData name="Bill Guo" userId="103f95da-f635-4b8a-a4a2-71c7b42a9854" providerId="ADAL" clId="{4EC3DA5F-8847-4C60-9532-4015A7802353}" dt="2026-05-05T11:27:04.408" v="80"/>
          <ac:spMkLst>
            <pc:docMk/>
            <pc:sldMk cId="0" sldId="260"/>
            <ac:spMk id="29" creationId="{B82BFBDA-A869-4B06-8EE2-74BAD011BA41}"/>
          </ac:spMkLst>
        </pc:spChg>
        <pc:spChg chg="add mod">
          <ac:chgData name="Bill Guo" userId="103f95da-f635-4b8a-a4a2-71c7b42a9854" providerId="ADAL" clId="{4EC3DA5F-8847-4C60-9532-4015A7802353}" dt="2026-05-05T11:27:04.420" v="90"/>
          <ac:spMkLst>
            <pc:docMk/>
            <pc:sldMk cId="0" sldId="260"/>
            <ac:spMk id="30" creationId="{3B8A3533-9D2C-459F-BE39-C5E22150BB45}"/>
          </ac:spMkLst>
        </pc:spChg>
        <pc:spChg chg="add mod">
          <ac:chgData name="Bill Guo" userId="103f95da-f635-4b8a-a4a2-71c7b42a9854" providerId="ADAL" clId="{4EC3DA5F-8847-4C60-9532-4015A7802353}" dt="2026-05-05T11:27:04.429" v="100"/>
          <ac:spMkLst>
            <pc:docMk/>
            <pc:sldMk cId="0" sldId="260"/>
            <ac:spMk id="31" creationId="{6FEFB412-BAD6-4011-B686-28C89165EC90}"/>
          </ac:spMkLst>
        </pc:spChg>
        <pc:spChg chg="add mod">
          <ac:chgData name="Bill Guo" userId="103f95da-f635-4b8a-a4a2-71c7b42a9854" providerId="ADAL" clId="{4EC3DA5F-8847-4C60-9532-4015A7802353}" dt="2026-05-05T11:27:04.432" v="112"/>
          <ac:spMkLst>
            <pc:docMk/>
            <pc:sldMk cId="0" sldId="260"/>
            <ac:spMk id="32" creationId="{794AA197-C5EE-408A-B6CF-2C474DFD6682}"/>
          </ac:spMkLst>
        </pc:spChg>
        <pc:spChg chg="add mod">
          <ac:chgData name="Bill Guo" userId="103f95da-f635-4b8a-a4a2-71c7b42a9854" providerId="ADAL" clId="{4EC3DA5F-8847-4C60-9532-4015A7802353}" dt="2026-05-05T11:27:04.434" v="116"/>
          <ac:spMkLst>
            <pc:docMk/>
            <pc:sldMk cId="0" sldId="260"/>
            <ac:spMk id="33" creationId="{54EBDA48-AD1B-450E-9F2B-806336D1B5CF}"/>
          </ac:spMkLst>
        </pc:spChg>
        <pc:spChg chg="add mod">
          <ac:chgData name="Bill Guo" userId="103f95da-f635-4b8a-a4a2-71c7b42a9854" providerId="ADAL" clId="{4EC3DA5F-8847-4C60-9532-4015A7802353}" dt="2026-05-05T11:27:04.435" v="121"/>
          <ac:spMkLst>
            <pc:docMk/>
            <pc:sldMk cId="0" sldId="260"/>
            <ac:spMk id="34" creationId="{6E0F3677-F9D8-42DD-A8B0-314A98D06670}"/>
          </ac:spMkLst>
        </pc:spChg>
        <pc:spChg chg="add mod">
          <ac:chgData name="Bill Guo" userId="103f95da-f635-4b8a-a4a2-71c7b42a9854" providerId="ADAL" clId="{4EC3DA5F-8847-4C60-9532-4015A7802353}" dt="2026-05-05T11:27:04.438" v="131"/>
          <ac:spMkLst>
            <pc:docMk/>
            <pc:sldMk cId="0" sldId="260"/>
            <ac:spMk id="35" creationId="{8EE2710C-5C2B-4356-A06A-8A63B88D2F35}"/>
          </ac:spMkLst>
        </pc:spChg>
        <pc:spChg chg="add mod">
          <ac:chgData name="Bill Guo" userId="103f95da-f635-4b8a-a4a2-71c7b42a9854" providerId="ADAL" clId="{4EC3DA5F-8847-4C60-9532-4015A7802353}" dt="2026-05-05T11:27:04.441" v="141"/>
          <ac:spMkLst>
            <pc:docMk/>
            <pc:sldMk cId="0" sldId="260"/>
            <ac:spMk id="36" creationId="{58FF5399-0DF2-49B4-8237-71D9406E3D36}"/>
          </ac:spMkLst>
        </pc:spChg>
        <pc:spChg chg="add mod">
          <ac:chgData name="Bill Guo" userId="103f95da-f635-4b8a-a4a2-71c7b42a9854" providerId="ADAL" clId="{4EC3DA5F-8847-4C60-9532-4015A7802353}" dt="2026-05-05T11:27:04.444" v="151"/>
          <ac:spMkLst>
            <pc:docMk/>
            <pc:sldMk cId="0" sldId="260"/>
            <ac:spMk id="37" creationId="{D48CCA47-F1A2-461A-A072-B73891186E28}"/>
          </ac:spMkLst>
        </pc:spChg>
        <pc:spChg chg="add mod">
          <ac:chgData name="Bill Guo" userId="103f95da-f635-4b8a-a4a2-71c7b42a9854" providerId="ADAL" clId="{4EC3DA5F-8847-4C60-9532-4015A7802353}" dt="2026-05-05T11:27:04.448" v="163"/>
          <ac:spMkLst>
            <pc:docMk/>
            <pc:sldMk cId="0" sldId="260"/>
            <ac:spMk id="38" creationId="{00D0457D-16E7-4D48-9B44-3A4F3A3BAF6A}"/>
          </ac:spMkLst>
        </pc:spChg>
        <pc:spChg chg="add mod">
          <ac:chgData name="Bill Guo" userId="103f95da-f635-4b8a-a4a2-71c7b42a9854" providerId="ADAL" clId="{4EC3DA5F-8847-4C60-9532-4015A7802353}" dt="2026-05-05T11:27:04.449" v="167"/>
          <ac:spMkLst>
            <pc:docMk/>
            <pc:sldMk cId="0" sldId="260"/>
            <ac:spMk id="39" creationId="{10FA7A76-D569-4043-A101-F41968D8234E}"/>
          </ac:spMkLst>
        </pc:spChg>
        <pc:spChg chg="add mod">
          <ac:chgData name="Bill Guo" userId="103f95da-f635-4b8a-a4a2-71c7b42a9854" providerId="ADAL" clId="{4EC3DA5F-8847-4C60-9532-4015A7802353}" dt="2026-05-05T11:27:04.450" v="172"/>
          <ac:spMkLst>
            <pc:docMk/>
            <pc:sldMk cId="0" sldId="260"/>
            <ac:spMk id="40" creationId="{AA70E38A-7F1C-40D6-90DA-3BB0797C2F55}"/>
          </ac:spMkLst>
        </pc:spChg>
        <pc:spChg chg="add mod">
          <ac:chgData name="Bill Guo" userId="103f95da-f635-4b8a-a4a2-71c7b42a9854" providerId="ADAL" clId="{4EC3DA5F-8847-4C60-9532-4015A7802353}" dt="2026-05-05T11:27:04.453" v="182"/>
          <ac:spMkLst>
            <pc:docMk/>
            <pc:sldMk cId="0" sldId="260"/>
            <ac:spMk id="41" creationId="{F1E298C6-C665-4005-882A-1BA5DE8A6FDD}"/>
          </ac:spMkLst>
        </pc:spChg>
        <pc:spChg chg="add mod">
          <ac:chgData name="Bill Guo" userId="103f95da-f635-4b8a-a4a2-71c7b42a9854" providerId="ADAL" clId="{4EC3DA5F-8847-4C60-9532-4015A7802353}" dt="2026-05-05T11:27:04.455" v="192"/>
          <ac:spMkLst>
            <pc:docMk/>
            <pc:sldMk cId="0" sldId="260"/>
            <ac:spMk id="42" creationId="{D7ABBE1E-5EF4-4E4E-AE41-28E69FFBE109}"/>
          </ac:spMkLst>
        </pc:spChg>
        <pc:spChg chg="add mod">
          <ac:chgData name="Bill Guo" userId="103f95da-f635-4b8a-a4a2-71c7b42a9854" providerId="ADAL" clId="{4EC3DA5F-8847-4C60-9532-4015A7802353}" dt="2026-05-05T11:27:04.458" v="202"/>
          <ac:spMkLst>
            <pc:docMk/>
            <pc:sldMk cId="0" sldId="260"/>
            <ac:spMk id="43" creationId="{F6E4D015-82A4-472E-A9F0-96CD5417A470}"/>
          </ac:spMkLst>
        </pc:spChg>
        <pc:spChg chg="add mod">
          <ac:chgData name="Bill Guo" userId="103f95da-f635-4b8a-a4a2-71c7b42a9854" providerId="ADAL" clId="{4EC3DA5F-8847-4C60-9532-4015A7802353}" dt="2026-05-05T11:27:04.461" v="214"/>
          <ac:spMkLst>
            <pc:docMk/>
            <pc:sldMk cId="0" sldId="260"/>
            <ac:spMk id="44" creationId="{04A3CE73-22A4-4653-9196-48404B332C16}"/>
          </ac:spMkLst>
        </pc:spChg>
        <pc:spChg chg="add mod">
          <ac:chgData name="Bill Guo" userId="103f95da-f635-4b8a-a4a2-71c7b42a9854" providerId="ADAL" clId="{4EC3DA5F-8847-4C60-9532-4015A7802353}" dt="2026-05-05T11:27:04.462" v="218"/>
          <ac:spMkLst>
            <pc:docMk/>
            <pc:sldMk cId="0" sldId="260"/>
            <ac:spMk id="45" creationId="{56B957E5-FDB1-4A3B-8F84-87F8F5FFC43A}"/>
          </ac:spMkLst>
        </pc:spChg>
        <pc:spChg chg="add mod">
          <ac:chgData name="Bill Guo" userId="103f95da-f635-4b8a-a4a2-71c7b42a9854" providerId="ADAL" clId="{4EC3DA5F-8847-4C60-9532-4015A7802353}" dt="2026-05-05T11:27:04.463" v="223"/>
          <ac:spMkLst>
            <pc:docMk/>
            <pc:sldMk cId="0" sldId="260"/>
            <ac:spMk id="46" creationId="{D5D9ED36-F934-4F66-8826-29E09FDF9607}"/>
          </ac:spMkLst>
        </pc:spChg>
        <pc:spChg chg="add mod">
          <ac:chgData name="Bill Guo" userId="103f95da-f635-4b8a-a4a2-71c7b42a9854" providerId="ADAL" clId="{4EC3DA5F-8847-4C60-9532-4015A7802353}" dt="2026-05-05T11:27:04.465" v="233"/>
          <ac:spMkLst>
            <pc:docMk/>
            <pc:sldMk cId="0" sldId="260"/>
            <ac:spMk id="47" creationId="{21B379D9-AA4A-48FA-8F1A-C4C65B767C28}"/>
          </ac:spMkLst>
        </pc:spChg>
        <pc:spChg chg="add mod">
          <ac:chgData name="Bill Guo" userId="103f95da-f635-4b8a-a4a2-71c7b42a9854" providerId="ADAL" clId="{4EC3DA5F-8847-4C60-9532-4015A7802353}" dt="2026-05-05T11:27:04.467" v="243"/>
          <ac:spMkLst>
            <pc:docMk/>
            <pc:sldMk cId="0" sldId="260"/>
            <ac:spMk id="48" creationId="{DA29B381-32C0-4B16-8320-4A6ACFACCCFB}"/>
          </ac:spMkLst>
        </pc:spChg>
        <pc:spChg chg="add mod">
          <ac:chgData name="Bill Guo" userId="103f95da-f635-4b8a-a4a2-71c7b42a9854" providerId="ADAL" clId="{4EC3DA5F-8847-4C60-9532-4015A7802353}" dt="2026-05-05T11:27:04.470" v="253"/>
          <ac:spMkLst>
            <pc:docMk/>
            <pc:sldMk cId="0" sldId="260"/>
            <ac:spMk id="49" creationId="{FDA418CA-F8E6-4395-A4B6-9CBD56291053}"/>
          </ac:spMkLst>
        </pc:spChg>
      </pc:sldChg>
      <pc:sldChg chg="addSp delSp modSp mod">
        <pc:chgData name="Bill Guo" userId="103f95da-f635-4b8a-a4a2-71c7b42a9854" providerId="ADAL" clId="{4EC3DA5F-8847-4C60-9532-4015A7802353}" dt="2026-05-06T09:18:06.134" v="3484" actId="1076"/>
        <pc:sldMkLst>
          <pc:docMk/>
          <pc:sldMk cId="0" sldId="263"/>
        </pc:sldMkLst>
        <pc:spChg chg="del">
          <ac:chgData name="Bill Guo" userId="103f95da-f635-4b8a-a4a2-71c7b42a9854" providerId="ADAL" clId="{4EC3DA5F-8847-4C60-9532-4015A7802353}" dt="2026-05-05T20:30:20.122" v="1482"/>
          <ac:spMkLst>
            <pc:docMk/>
            <pc:sldMk cId="0" sldId="263"/>
            <ac:spMk id="2" creationId="{00000000-0000-0000-0000-000000000000}"/>
          </ac:spMkLst>
        </pc:spChg>
        <pc:spChg chg="del">
          <ac:chgData name="Bill Guo" userId="103f95da-f635-4b8a-a4a2-71c7b42a9854" providerId="ADAL" clId="{4EC3DA5F-8847-4C60-9532-4015A7802353}" dt="2026-05-05T20:30:20.125" v="1483"/>
          <ac:spMkLst>
            <pc:docMk/>
            <pc:sldMk cId="0" sldId="263"/>
            <ac:spMk id="3" creationId="{00000000-0000-0000-0000-000000000000}"/>
          </ac:spMkLst>
        </pc:spChg>
        <pc:spChg chg="del">
          <ac:chgData name="Bill Guo" userId="103f95da-f635-4b8a-a4a2-71c7b42a9854" providerId="ADAL" clId="{4EC3DA5F-8847-4C60-9532-4015A7802353}" dt="2026-05-05T20:30:20.127" v="1484"/>
          <ac:spMkLst>
            <pc:docMk/>
            <pc:sldMk cId="0" sldId="263"/>
            <ac:spMk id="4" creationId="{00000000-0000-0000-0000-000000000000}"/>
          </ac:spMkLst>
        </pc:spChg>
        <pc:spChg chg="del">
          <ac:chgData name="Bill Guo" userId="103f95da-f635-4b8a-a4a2-71c7b42a9854" providerId="ADAL" clId="{4EC3DA5F-8847-4C60-9532-4015A7802353}" dt="2026-05-05T20:30:20.131" v="1485"/>
          <ac:spMkLst>
            <pc:docMk/>
            <pc:sldMk cId="0" sldId="263"/>
            <ac:spMk id="5" creationId="{00000000-0000-0000-0000-000000000000}"/>
          </ac:spMkLst>
        </pc:spChg>
        <pc:spChg chg="del">
          <ac:chgData name="Bill Guo" userId="103f95da-f635-4b8a-a4a2-71c7b42a9854" providerId="ADAL" clId="{4EC3DA5F-8847-4C60-9532-4015A7802353}" dt="2026-05-05T20:30:20.133" v="1486"/>
          <ac:spMkLst>
            <pc:docMk/>
            <pc:sldMk cId="0" sldId="263"/>
            <ac:spMk id="6" creationId="{00000000-0000-0000-0000-000000000000}"/>
          </ac:spMkLst>
        </pc:spChg>
        <pc:spChg chg="del">
          <ac:chgData name="Bill Guo" userId="103f95da-f635-4b8a-a4a2-71c7b42a9854" providerId="ADAL" clId="{4EC3DA5F-8847-4C60-9532-4015A7802353}" dt="2026-05-05T20:30:20.135" v="1487"/>
          <ac:spMkLst>
            <pc:docMk/>
            <pc:sldMk cId="0" sldId="263"/>
            <ac:spMk id="7" creationId="{00000000-0000-0000-0000-000000000000}"/>
          </ac:spMkLst>
        </pc:spChg>
        <pc:spChg chg="del">
          <ac:chgData name="Bill Guo" userId="103f95da-f635-4b8a-a4a2-71c7b42a9854" providerId="ADAL" clId="{4EC3DA5F-8847-4C60-9532-4015A7802353}" dt="2026-05-05T20:30:20.138" v="1488"/>
          <ac:spMkLst>
            <pc:docMk/>
            <pc:sldMk cId="0" sldId="263"/>
            <ac:spMk id="8" creationId="{00000000-0000-0000-0000-000000000000}"/>
          </ac:spMkLst>
        </pc:spChg>
        <pc:spChg chg="del">
          <ac:chgData name="Bill Guo" userId="103f95da-f635-4b8a-a4a2-71c7b42a9854" providerId="ADAL" clId="{4EC3DA5F-8847-4C60-9532-4015A7802353}" dt="2026-05-05T20:30:20.140" v="1489"/>
          <ac:spMkLst>
            <pc:docMk/>
            <pc:sldMk cId="0" sldId="263"/>
            <ac:spMk id="9" creationId="{00000000-0000-0000-0000-000000000000}"/>
          </ac:spMkLst>
        </pc:spChg>
        <pc:spChg chg="del">
          <ac:chgData name="Bill Guo" userId="103f95da-f635-4b8a-a4a2-71c7b42a9854" providerId="ADAL" clId="{4EC3DA5F-8847-4C60-9532-4015A7802353}" dt="2026-05-05T20:30:20.142" v="1490"/>
          <ac:spMkLst>
            <pc:docMk/>
            <pc:sldMk cId="0" sldId="263"/>
            <ac:spMk id="10" creationId="{00000000-0000-0000-0000-000000000000}"/>
          </ac:spMkLst>
        </pc:spChg>
        <pc:spChg chg="del">
          <ac:chgData name="Bill Guo" userId="103f95da-f635-4b8a-a4a2-71c7b42a9854" providerId="ADAL" clId="{4EC3DA5F-8847-4C60-9532-4015A7802353}" dt="2026-05-05T20:30:20.143" v="1491"/>
          <ac:spMkLst>
            <pc:docMk/>
            <pc:sldMk cId="0" sldId="263"/>
            <ac:spMk id="11" creationId="{00000000-0000-0000-0000-000000000000}"/>
          </ac:spMkLst>
        </pc:spChg>
        <pc:spChg chg="del">
          <ac:chgData name="Bill Guo" userId="103f95da-f635-4b8a-a4a2-71c7b42a9854" providerId="ADAL" clId="{4EC3DA5F-8847-4C60-9532-4015A7802353}" dt="2026-05-05T20:30:20.144" v="1492"/>
          <ac:spMkLst>
            <pc:docMk/>
            <pc:sldMk cId="0" sldId="263"/>
            <ac:spMk id="12" creationId="{00000000-0000-0000-0000-000000000000}"/>
          </ac:spMkLst>
        </pc:spChg>
        <pc:spChg chg="del">
          <ac:chgData name="Bill Guo" userId="103f95da-f635-4b8a-a4a2-71c7b42a9854" providerId="ADAL" clId="{4EC3DA5F-8847-4C60-9532-4015A7802353}" dt="2026-05-05T20:30:20.147" v="1493"/>
          <ac:spMkLst>
            <pc:docMk/>
            <pc:sldMk cId="0" sldId="263"/>
            <ac:spMk id="13" creationId="{00000000-0000-0000-0000-000000000000}"/>
          </ac:spMkLst>
        </pc:spChg>
        <pc:spChg chg="del">
          <ac:chgData name="Bill Guo" userId="103f95da-f635-4b8a-a4a2-71c7b42a9854" providerId="ADAL" clId="{4EC3DA5F-8847-4C60-9532-4015A7802353}" dt="2026-05-05T20:30:20.150" v="1494"/>
          <ac:spMkLst>
            <pc:docMk/>
            <pc:sldMk cId="0" sldId="263"/>
            <ac:spMk id="14" creationId="{00000000-0000-0000-0000-000000000000}"/>
          </ac:spMkLst>
        </pc:spChg>
        <pc:spChg chg="del">
          <ac:chgData name="Bill Guo" userId="103f95da-f635-4b8a-a4a2-71c7b42a9854" providerId="ADAL" clId="{4EC3DA5F-8847-4C60-9532-4015A7802353}" dt="2026-05-05T20:30:20.151" v="1495"/>
          <ac:spMkLst>
            <pc:docMk/>
            <pc:sldMk cId="0" sldId="263"/>
            <ac:spMk id="15" creationId="{00000000-0000-0000-0000-000000000000}"/>
          </ac:spMkLst>
        </pc:spChg>
        <pc:spChg chg="del">
          <ac:chgData name="Bill Guo" userId="103f95da-f635-4b8a-a4a2-71c7b42a9854" providerId="ADAL" clId="{4EC3DA5F-8847-4C60-9532-4015A7802353}" dt="2026-05-05T20:30:20.153" v="1496"/>
          <ac:spMkLst>
            <pc:docMk/>
            <pc:sldMk cId="0" sldId="263"/>
            <ac:spMk id="16" creationId="{00000000-0000-0000-0000-000000000000}"/>
          </ac:spMkLst>
        </pc:spChg>
        <pc:spChg chg="del">
          <ac:chgData name="Bill Guo" userId="103f95da-f635-4b8a-a4a2-71c7b42a9854" providerId="ADAL" clId="{4EC3DA5F-8847-4C60-9532-4015A7802353}" dt="2026-05-05T20:30:20.157" v="1497"/>
          <ac:spMkLst>
            <pc:docMk/>
            <pc:sldMk cId="0" sldId="263"/>
            <ac:spMk id="17" creationId="{00000000-0000-0000-0000-000000000000}"/>
          </ac:spMkLst>
        </pc:spChg>
        <pc:spChg chg="del">
          <ac:chgData name="Bill Guo" userId="103f95da-f635-4b8a-a4a2-71c7b42a9854" providerId="ADAL" clId="{4EC3DA5F-8847-4C60-9532-4015A7802353}" dt="2026-05-05T20:30:20.160" v="1498"/>
          <ac:spMkLst>
            <pc:docMk/>
            <pc:sldMk cId="0" sldId="263"/>
            <ac:spMk id="18" creationId="{00000000-0000-0000-0000-000000000000}"/>
          </ac:spMkLst>
        </pc:spChg>
        <pc:spChg chg="del">
          <ac:chgData name="Bill Guo" userId="103f95da-f635-4b8a-a4a2-71c7b42a9854" providerId="ADAL" clId="{4EC3DA5F-8847-4C60-9532-4015A7802353}" dt="2026-05-05T20:30:20.161" v="1499"/>
          <ac:spMkLst>
            <pc:docMk/>
            <pc:sldMk cId="0" sldId="263"/>
            <ac:spMk id="19" creationId="{00000000-0000-0000-0000-000000000000}"/>
          </ac:spMkLst>
        </pc:spChg>
        <pc:spChg chg="del">
          <ac:chgData name="Bill Guo" userId="103f95da-f635-4b8a-a4a2-71c7b42a9854" providerId="ADAL" clId="{4EC3DA5F-8847-4C60-9532-4015A7802353}" dt="2026-05-05T20:30:20.162" v="1500"/>
          <ac:spMkLst>
            <pc:docMk/>
            <pc:sldMk cId="0" sldId="263"/>
            <ac:spMk id="20" creationId="{00000000-0000-0000-0000-000000000000}"/>
          </ac:spMkLst>
        </pc:spChg>
        <pc:spChg chg="del">
          <ac:chgData name="Bill Guo" userId="103f95da-f635-4b8a-a4a2-71c7b42a9854" providerId="ADAL" clId="{4EC3DA5F-8847-4C60-9532-4015A7802353}" dt="2026-05-05T20:30:20.164" v="1501"/>
          <ac:spMkLst>
            <pc:docMk/>
            <pc:sldMk cId="0" sldId="263"/>
            <ac:spMk id="21" creationId="{00000000-0000-0000-0000-000000000000}"/>
          </ac:spMkLst>
        </pc:spChg>
        <pc:spChg chg="del">
          <ac:chgData name="Bill Guo" userId="103f95da-f635-4b8a-a4a2-71c7b42a9854" providerId="ADAL" clId="{4EC3DA5F-8847-4C60-9532-4015A7802353}" dt="2026-05-05T20:30:20.166" v="1502"/>
          <ac:spMkLst>
            <pc:docMk/>
            <pc:sldMk cId="0" sldId="263"/>
            <ac:spMk id="22" creationId="{00000000-0000-0000-0000-000000000000}"/>
          </ac:spMkLst>
        </pc:spChg>
        <pc:spChg chg="del">
          <ac:chgData name="Bill Guo" userId="103f95da-f635-4b8a-a4a2-71c7b42a9854" providerId="ADAL" clId="{4EC3DA5F-8847-4C60-9532-4015A7802353}" dt="2026-05-05T20:30:20.167" v="1503"/>
          <ac:spMkLst>
            <pc:docMk/>
            <pc:sldMk cId="0" sldId="263"/>
            <ac:spMk id="23" creationId="{00000000-0000-0000-0000-000000000000}"/>
          </ac:spMkLst>
        </pc:spChg>
        <pc:spChg chg="del">
          <ac:chgData name="Bill Guo" userId="103f95da-f635-4b8a-a4a2-71c7b42a9854" providerId="ADAL" clId="{4EC3DA5F-8847-4C60-9532-4015A7802353}" dt="2026-05-05T20:30:20.169" v="1504"/>
          <ac:spMkLst>
            <pc:docMk/>
            <pc:sldMk cId="0" sldId="263"/>
            <ac:spMk id="24" creationId="{00000000-0000-0000-0000-000000000000}"/>
          </ac:spMkLst>
        </pc:spChg>
        <pc:spChg chg="del">
          <ac:chgData name="Bill Guo" userId="103f95da-f635-4b8a-a4a2-71c7b42a9854" providerId="ADAL" clId="{4EC3DA5F-8847-4C60-9532-4015A7802353}" dt="2026-05-05T20:30:20.171" v="1505"/>
          <ac:spMkLst>
            <pc:docMk/>
            <pc:sldMk cId="0" sldId="263"/>
            <ac:spMk id="25" creationId="{00000000-0000-0000-0000-000000000000}"/>
          </ac:spMkLst>
        </pc:spChg>
        <pc:spChg chg="del">
          <ac:chgData name="Bill Guo" userId="103f95da-f635-4b8a-a4a2-71c7b42a9854" providerId="ADAL" clId="{4EC3DA5F-8847-4C60-9532-4015A7802353}" dt="2026-05-05T20:30:20.173" v="1506"/>
          <ac:spMkLst>
            <pc:docMk/>
            <pc:sldMk cId="0" sldId="263"/>
            <ac:spMk id="26" creationId="{00000000-0000-0000-0000-000000000000}"/>
          </ac:spMkLst>
        </pc:spChg>
        <pc:spChg chg="del">
          <ac:chgData name="Bill Guo" userId="103f95da-f635-4b8a-a4a2-71c7b42a9854" providerId="ADAL" clId="{4EC3DA5F-8847-4C60-9532-4015A7802353}" dt="2026-05-05T20:30:20.175" v="1507"/>
          <ac:spMkLst>
            <pc:docMk/>
            <pc:sldMk cId="0" sldId="263"/>
            <ac:spMk id="27" creationId="{00000000-0000-0000-0000-000000000000}"/>
          </ac:spMkLst>
        </pc:spChg>
        <pc:spChg chg="del">
          <ac:chgData name="Bill Guo" userId="103f95da-f635-4b8a-a4a2-71c7b42a9854" providerId="ADAL" clId="{4EC3DA5F-8847-4C60-9532-4015A7802353}" dt="2026-05-05T20:30:20.096" v="1478"/>
          <ac:spMkLst>
            <pc:docMk/>
            <pc:sldMk cId="0" sldId="263"/>
            <ac:spMk id="30" creationId="{00000000-0000-0000-0000-000000000000}"/>
          </ac:spMkLst>
        </pc:spChg>
        <pc:spChg chg="del">
          <ac:chgData name="Bill Guo" userId="103f95da-f635-4b8a-a4a2-71c7b42a9854" providerId="ADAL" clId="{4EC3DA5F-8847-4C60-9532-4015A7802353}" dt="2026-05-05T20:30:20.098" v="1479"/>
          <ac:spMkLst>
            <pc:docMk/>
            <pc:sldMk cId="0" sldId="263"/>
            <ac:spMk id="31" creationId="{00000000-0000-0000-0000-000000000000}"/>
          </ac:spMkLst>
        </pc:spChg>
        <pc:spChg chg="del">
          <ac:chgData name="Bill Guo" userId="103f95da-f635-4b8a-a4a2-71c7b42a9854" providerId="ADAL" clId="{4EC3DA5F-8847-4C60-9532-4015A7802353}" dt="2026-05-05T20:30:20.098" v="1480"/>
          <ac:spMkLst>
            <pc:docMk/>
            <pc:sldMk cId="0" sldId="263"/>
            <ac:spMk id="32" creationId="{00000000-0000-0000-0000-000000000000}"/>
          </ac:spMkLst>
        </pc:spChg>
        <pc:spChg chg="del">
          <ac:chgData name="Bill Guo" userId="103f95da-f635-4b8a-a4a2-71c7b42a9854" providerId="ADAL" clId="{4EC3DA5F-8847-4C60-9532-4015A7802353}" dt="2026-05-05T20:30:20.099" v="1481"/>
          <ac:spMkLst>
            <pc:docMk/>
            <pc:sldMk cId="0" sldId="263"/>
            <ac:spMk id="33" creationId="{00000000-0000-0000-0000-000000000000}"/>
          </ac:spMkLst>
        </pc:spChg>
        <pc:spChg chg="add mod">
          <ac:chgData name="Bill Guo" userId="103f95da-f635-4b8a-a4a2-71c7b42a9854" providerId="ADAL" clId="{4EC3DA5F-8847-4C60-9532-4015A7802353}" dt="2026-05-05T20:30:58.181" v="1657"/>
          <ac:spMkLst>
            <pc:docMk/>
            <pc:sldMk cId="0" sldId="263"/>
            <ac:spMk id="37" creationId="{F7752606-0859-49A9-B6C7-1573EEC185E1}"/>
          </ac:spMkLst>
        </pc:spChg>
        <pc:spChg chg="add mod">
          <ac:chgData name="Bill Guo" userId="103f95da-f635-4b8a-a4a2-71c7b42a9854" providerId="ADAL" clId="{4EC3DA5F-8847-4C60-9532-4015A7802353}" dt="2026-05-05T20:30:58.183" v="1669"/>
          <ac:spMkLst>
            <pc:docMk/>
            <pc:sldMk cId="0" sldId="263"/>
            <ac:spMk id="38" creationId="{02EA469A-298C-4C21-B215-6F9F84DD0D80}"/>
          </ac:spMkLst>
        </pc:spChg>
        <pc:spChg chg="add mod">
          <ac:chgData name="Bill Guo" userId="103f95da-f635-4b8a-a4a2-71c7b42a9854" providerId="ADAL" clId="{4EC3DA5F-8847-4C60-9532-4015A7802353}" dt="2026-05-05T20:30:58.184" v="1679"/>
          <ac:spMkLst>
            <pc:docMk/>
            <pc:sldMk cId="0" sldId="263"/>
            <ac:spMk id="39" creationId="{57EB04E0-A664-4307-966D-F4F026795985}"/>
          </ac:spMkLst>
        </pc:spChg>
        <pc:spChg chg="add mod">
          <ac:chgData name="Bill Guo" userId="103f95da-f635-4b8a-a4a2-71c7b42a9854" providerId="ADAL" clId="{4EC3DA5F-8847-4C60-9532-4015A7802353}" dt="2026-05-05T20:30:58.185" v="1683"/>
          <ac:spMkLst>
            <pc:docMk/>
            <pc:sldMk cId="0" sldId="263"/>
            <ac:spMk id="40" creationId="{796CE990-FA10-4846-82BF-370703371C18}"/>
          </ac:spMkLst>
        </pc:spChg>
        <pc:spChg chg="add mod">
          <ac:chgData name="Bill Guo" userId="103f95da-f635-4b8a-a4a2-71c7b42a9854" providerId="ADAL" clId="{4EC3DA5F-8847-4C60-9532-4015A7802353}" dt="2026-05-05T20:30:58.187" v="1694"/>
          <ac:spMkLst>
            <pc:docMk/>
            <pc:sldMk cId="0" sldId="263"/>
            <ac:spMk id="41" creationId="{7A9B2EF9-C27C-4FFC-953B-144CB6E201B8}"/>
          </ac:spMkLst>
        </pc:spChg>
        <pc:picChg chg="add mod">
          <ac:chgData name="Bill Guo" userId="103f95da-f635-4b8a-a4a2-71c7b42a9854" providerId="ADAL" clId="{4EC3DA5F-8847-4C60-9532-4015A7802353}" dt="2026-05-06T09:18:06.134" v="3484" actId="1076"/>
          <ac:picMkLst>
            <pc:docMk/>
            <pc:sldMk cId="0" sldId="263"/>
            <ac:picMk id="3" creationId="{34550C64-69A1-7FFC-947B-8B5D718934FF}"/>
          </ac:picMkLst>
        </pc:picChg>
        <pc:picChg chg="del">
          <ac:chgData name="Bill Guo" userId="103f95da-f635-4b8a-a4a2-71c7b42a9854" providerId="ADAL" clId="{4EC3DA5F-8847-4C60-9532-4015A7802353}" dt="2026-05-05T20:30:20.094" v="1477"/>
          <ac:picMkLst>
            <pc:docMk/>
            <pc:sldMk cId="0" sldId="263"/>
            <ac:picMk id="29" creationId="{00000000-0000-0000-0000-000000000000}"/>
          </ac:picMkLst>
        </pc:picChg>
        <pc:picChg chg="add del mod">
          <ac:chgData name="Bill Guo" userId="103f95da-f635-4b8a-a4a2-71c7b42a9854" providerId="ADAL" clId="{4EC3DA5F-8847-4C60-9532-4015A7802353}" dt="2026-05-06T09:17:14.027" v="3478" actId="478"/>
          <ac:picMkLst>
            <pc:docMk/>
            <pc:sldMk cId="0" sldId="263"/>
            <ac:picMk id="36" creationId="{6642F95E-9CEA-DFB2-E08A-5FE7D144A9D8}"/>
          </ac:picMkLst>
        </pc:picChg>
      </pc:sldChg>
      <pc:sldChg chg="addSp delSp modSp del mod">
        <pc:chgData name="Bill Guo" userId="103f95da-f635-4b8a-a4a2-71c7b42a9854" providerId="ADAL" clId="{4EC3DA5F-8847-4C60-9532-4015A7802353}" dt="2026-05-05T21:33:06.685" v="2878" actId="47"/>
        <pc:sldMkLst>
          <pc:docMk/>
          <pc:sldMk cId="0" sldId="264"/>
        </pc:sldMkLst>
        <pc:spChg chg="del">
          <ac:chgData name="Bill Guo" userId="103f95da-f635-4b8a-a4a2-71c7b42a9854" providerId="ADAL" clId="{4EC3DA5F-8847-4C60-9532-4015A7802353}" dt="2026-05-05T16:33:32.719" v="1136" actId="478"/>
          <ac:spMkLst>
            <pc:docMk/>
            <pc:sldMk cId="0" sldId="264"/>
            <ac:spMk id="3" creationId="{00000000-0000-0000-0000-000000000000}"/>
          </ac:spMkLst>
        </pc:spChg>
        <pc:spChg chg="mod">
          <ac:chgData name="Bill Guo" userId="103f95da-f635-4b8a-a4a2-71c7b42a9854" providerId="ADAL" clId="{4EC3DA5F-8847-4C60-9532-4015A7802353}" dt="2026-05-05T11:56:59.648" v="964" actId="14100"/>
          <ac:spMkLst>
            <pc:docMk/>
            <pc:sldMk cId="0" sldId="264"/>
            <ac:spMk id="4" creationId="{00000000-0000-0000-0000-000000000000}"/>
          </ac:spMkLst>
        </pc:spChg>
        <pc:picChg chg="add mod">
          <ac:chgData name="Bill Guo" userId="103f95da-f635-4b8a-a4a2-71c7b42a9854" providerId="ADAL" clId="{4EC3DA5F-8847-4C60-9532-4015A7802353}" dt="2026-05-05T16:33:13.576" v="1130"/>
          <ac:picMkLst>
            <pc:docMk/>
            <pc:sldMk cId="0" sldId="264"/>
            <ac:picMk id="9" creationId="{A6EE7B86-B7CE-5921-2A3F-80840F247AF5}"/>
          </ac:picMkLst>
        </pc:picChg>
        <pc:picChg chg="add mod">
          <ac:chgData name="Bill Guo" userId="103f95da-f635-4b8a-a4a2-71c7b42a9854" providerId="ADAL" clId="{4EC3DA5F-8847-4C60-9532-4015A7802353}" dt="2026-05-05T16:33:34.670" v="1137" actId="1076"/>
          <ac:picMkLst>
            <pc:docMk/>
            <pc:sldMk cId="0" sldId="264"/>
            <ac:picMk id="10" creationId="{B239F75E-A30D-39A8-5AAA-2CDCB80F5A89}"/>
          </ac:picMkLst>
        </pc:picChg>
      </pc:sldChg>
      <pc:sldChg chg="delSp del mod ord">
        <pc:chgData name="Bill Guo" userId="103f95da-f635-4b8a-a4a2-71c7b42a9854" providerId="ADAL" clId="{4EC3DA5F-8847-4C60-9532-4015A7802353}" dt="2026-05-05T16:26:56.912" v="982"/>
        <pc:sldMkLst>
          <pc:docMk/>
          <pc:sldMk cId="0" sldId="266"/>
        </pc:sldMkLst>
        <pc:spChg chg="del">
          <ac:chgData name="Bill Guo" userId="103f95da-f635-4b8a-a4a2-71c7b42a9854" providerId="ADAL" clId="{4EC3DA5F-8847-4C60-9532-4015A7802353}" dt="2026-05-05T16:26:51.559" v="979"/>
          <ac:spMkLst>
            <pc:docMk/>
            <pc:sldMk cId="0" sldId="266"/>
            <ac:spMk id="4" creationId="{00000000-0000-0000-0000-000000000000}"/>
          </ac:spMkLst>
        </pc:spChg>
        <pc:spChg chg="del">
          <ac:chgData name="Bill Guo" userId="103f95da-f635-4b8a-a4a2-71c7b42a9854" providerId="ADAL" clId="{4EC3DA5F-8847-4C60-9532-4015A7802353}" dt="2026-05-05T16:26:51.559" v="980"/>
          <ac:spMkLst>
            <pc:docMk/>
            <pc:sldMk cId="0" sldId="266"/>
            <ac:spMk id="5" creationId="{00000000-0000-0000-0000-000000000000}"/>
          </ac:spMkLst>
        </pc:spChg>
      </pc:sldChg>
      <pc:sldChg chg="modSp mod">
        <pc:chgData name="Bill Guo" userId="103f95da-f635-4b8a-a4a2-71c7b42a9854" providerId="ADAL" clId="{4EC3DA5F-8847-4C60-9532-4015A7802353}" dt="2026-05-05T21:33:31.564" v="2883" actId="404"/>
        <pc:sldMkLst>
          <pc:docMk/>
          <pc:sldMk cId="0" sldId="267"/>
        </pc:sldMkLst>
        <pc:spChg chg="mod">
          <ac:chgData name="Bill Guo" userId="103f95da-f635-4b8a-a4a2-71c7b42a9854" providerId="ADAL" clId="{4EC3DA5F-8847-4C60-9532-4015A7802353}" dt="2026-05-05T16:41:45.716" v="1184" actId="1076"/>
          <ac:spMkLst>
            <pc:docMk/>
            <pc:sldMk cId="0" sldId="267"/>
            <ac:spMk id="4" creationId="{00000000-0000-0000-0000-000000000000}"/>
          </ac:spMkLst>
        </pc:spChg>
        <pc:spChg chg="mod">
          <ac:chgData name="Bill Guo" userId="103f95da-f635-4b8a-a4a2-71c7b42a9854" providerId="ADAL" clId="{4EC3DA5F-8847-4C60-9532-4015A7802353}" dt="2026-05-05T21:33:31.564" v="2883" actId="404"/>
          <ac:spMkLst>
            <pc:docMk/>
            <pc:sldMk cId="0" sldId="267"/>
            <ac:spMk id="5" creationId="{00000000-0000-0000-0000-000000000000}"/>
          </ac:spMkLst>
        </pc:spChg>
        <pc:picChg chg="mod">
          <ac:chgData name="Bill Guo" userId="103f95da-f635-4b8a-a4a2-71c7b42a9854" providerId="ADAL" clId="{4EC3DA5F-8847-4C60-9532-4015A7802353}" dt="2026-05-05T16:41:54.982" v="1187" actId="1076"/>
          <ac:picMkLst>
            <pc:docMk/>
            <pc:sldMk cId="0" sldId="267"/>
            <ac:picMk id="9" creationId="{00000000-0000-0000-0000-000000000000}"/>
          </ac:picMkLst>
        </pc:picChg>
      </pc:sldChg>
      <pc:sldChg chg="modSp mod">
        <pc:chgData name="Bill Guo" userId="103f95da-f635-4b8a-a4a2-71c7b42a9854" providerId="ADAL" clId="{4EC3DA5F-8847-4C60-9532-4015A7802353}" dt="2026-05-05T21:18:33.231" v="2191" actId="6549"/>
        <pc:sldMkLst>
          <pc:docMk/>
          <pc:sldMk cId="0" sldId="268"/>
        </pc:sldMkLst>
        <pc:spChg chg="mod">
          <ac:chgData name="Bill Guo" userId="103f95da-f635-4b8a-a4a2-71c7b42a9854" providerId="ADAL" clId="{4EC3DA5F-8847-4C60-9532-4015A7802353}" dt="2026-05-05T21:18:33.231" v="2191" actId="6549"/>
          <ac:spMkLst>
            <pc:docMk/>
            <pc:sldMk cId="0" sldId="268"/>
            <ac:spMk id="10" creationId="{00000000-0000-0000-0000-000000000000}"/>
          </ac:spMkLst>
        </pc:spChg>
      </pc:sldChg>
      <pc:sldChg chg="addSp delSp modSp mod delAnim modAnim">
        <pc:chgData name="Bill Guo" userId="103f95da-f635-4b8a-a4a2-71c7b42a9854" providerId="ADAL" clId="{4EC3DA5F-8847-4C60-9532-4015A7802353}" dt="2026-05-06T09:07:57.311" v="3247" actId="20577"/>
        <pc:sldMkLst>
          <pc:docMk/>
          <pc:sldMk cId="0" sldId="269"/>
        </pc:sldMkLst>
        <pc:spChg chg="mod">
          <ac:chgData name="Bill Guo" userId="103f95da-f635-4b8a-a4a2-71c7b42a9854" providerId="ADAL" clId="{4EC3DA5F-8847-4C60-9532-4015A7802353}" dt="2026-05-06T09:05:54.024" v="3107" actId="20577"/>
          <ac:spMkLst>
            <pc:docMk/>
            <pc:sldMk cId="0" sldId="269"/>
            <ac:spMk id="8" creationId="{00000000-0000-0000-0000-000000000000}"/>
          </ac:spMkLst>
        </pc:spChg>
        <pc:spChg chg="mod">
          <ac:chgData name="Bill Guo" userId="103f95da-f635-4b8a-a4a2-71c7b42a9854" providerId="ADAL" clId="{4EC3DA5F-8847-4C60-9532-4015A7802353}" dt="2026-05-06T09:06:19.154" v="3134" actId="20577"/>
          <ac:spMkLst>
            <pc:docMk/>
            <pc:sldMk cId="0" sldId="269"/>
            <ac:spMk id="9" creationId="{00000000-0000-0000-0000-000000000000}"/>
          </ac:spMkLst>
        </pc:spChg>
        <pc:spChg chg="mod">
          <ac:chgData name="Bill Guo" userId="103f95da-f635-4b8a-a4a2-71c7b42a9854" providerId="ADAL" clId="{4EC3DA5F-8847-4C60-9532-4015A7802353}" dt="2026-05-06T09:07:19.852" v="3216" actId="1076"/>
          <ac:spMkLst>
            <pc:docMk/>
            <pc:sldMk cId="0" sldId="269"/>
            <ac:spMk id="10" creationId="{00000000-0000-0000-0000-000000000000}"/>
          </ac:spMkLst>
        </pc:spChg>
        <pc:spChg chg="mod">
          <ac:chgData name="Bill Guo" userId="103f95da-f635-4b8a-a4a2-71c7b42a9854" providerId="ADAL" clId="{4EC3DA5F-8847-4C60-9532-4015A7802353}" dt="2026-05-06T09:06:26.770" v="3155" actId="20577"/>
          <ac:spMkLst>
            <pc:docMk/>
            <pc:sldMk cId="0" sldId="269"/>
            <ac:spMk id="14" creationId="{00000000-0000-0000-0000-000000000000}"/>
          </ac:spMkLst>
        </pc:spChg>
        <pc:spChg chg="mod">
          <ac:chgData name="Bill Guo" userId="103f95da-f635-4b8a-a4a2-71c7b42a9854" providerId="ADAL" clId="{4EC3DA5F-8847-4C60-9532-4015A7802353}" dt="2026-05-06T09:07:30.305" v="3220" actId="20577"/>
          <ac:spMkLst>
            <pc:docMk/>
            <pc:sldMk cId="0" sldId="269"/>
            <ac:spMk id="15" creationId="{00000000-0000-0000-0000-000000000000}"/>
          </ac:spMkLst>
        </pc:spChg>
        <pc:spChg chg="mod">
          <ac:chgData name="Bill Guo" userId="103f95da-f635-4b8a-a4a2-71c7b42a9854" providerId="ADAL" clId="{4EC3DA5F-8847-4C60-9532-4015A7802353}" dt="2026-05-05T20:22:05.613" v="1402" actId="20577"/>
          <ac:spMkLst>
            <pc:docMk/>
            <pc:sldMk cId="0" sldId="269"/>
            <ac:spMk id="20" creationId="{00000000-0000-0000-0000-000000000000}"/>
          </ac:spMkLst>
        </pc:spChg>
        <pc:spChg chg="mod">
          <ac:chgData name="Bill Guo" userId="103f95da-f635-4b8a-a4a2-71c7b42a9854" providerId="ADAL" clId="{4EC3DA5F-8847-4C60-9532-4015A7802353}" dt="2026-05-06T09:07:57.311" v="3247" actId="20577"/>
          <ac:spMkLst>
            <pc:docMk/>
            <pc:sldMk cId="0" sldId="269"/>
            <ac:spMk id="21" creationId="{00000000-0000-0000-0000-000000000000}"/>
          </ac:spMkLst>
        </pc:spChg>
        <pc:picChg chg="add del mod">
          <ac:chgData name="Bill Guo" userId="103f95da-f635-4b8a-a4a2-71c7b42a9854" providerId="ADAL" clId="{4EC3DA5F-8847-4C60-9532-4015A7802353}" dt="2026-05-05T20:21:21.598" v="1375" actId="478"/>
          <ac:picMkLst>
            <pc:docMk/>
            <pc:sldMk cId="0" sldId="269"/>
            <ac:picMk id="25" creationId="{AE0EB811-9A32-1C30-88F2-5F6DFAC3CC91}"/>
          </ac:picMkLst>
        </pc:picChg>
        <pc:picChg chg="add del mod">
          <ac:chgData name="Bill Guo" userId="103f95da-f635-4b8a-a4a2-71c7b42a9854" providerId="ADAL" clId="{4EC3DA5F-8847-4C60-9532-4015A7802353}" dt="2026-05-05T20:21:21.073" v="1374" actId="478"/>
          <ac:picMkLst>
            <pc:docMk/>
            <pc:sldMk cId="0" sldId="269"/>
            <ac:picMk id="26" creationId="{5D349242-FD92-6089-E36D-424A2DDB64E8}"/>
          </ac:picMkLst>
        </pc:picChg>
      </pc:sldChg>
      <pc:sldChg chg="addSp delSp modSp add del mod">
        <pc:chgData name="Bill Guo" userId="103f95da-f635-4b8a-a4a2-71c7b42a9854" providerId="ADAL" clId="{4EC3DA5F-8847-4C60-9532-4015A7802353}" dt="2026-05-05T16:25:40.848" v="966"/>
        <pc:sldMkLst>
          <pc:docMk/>
          <pc:sldMk cId="1469200251" sldId="270"/>
        </pc:sldMkLst>
        <pc:spChg chg="mod">
          <ac:chgData name="Bill Guo" userId="103f95da-f635-4b8a-a4a2-71c7b42a9854" providerId="ADAL" clId="{4EC3DA5F-8847-4C60-9532-4015A7802353}" dt="2026-05-05T11:41:09.247" v="528" actId="20577"/>
          <ac:spMkLst>
            <pc:docMk/>
            <pc:sldMk cId="1469200251" sldId="270"/>
            <ac:spMk id="3" creationId="{00000000-0000-0000-0000-000000000000}"/>
          </ac:spMkLst>
        </pc:spChg>
        <pc:spChg chg="add mod">
          <ac:chgData name="Bill Guo" userId="103f95da-f635-4b8a-a4a2-71c7b42a9854" providerId="ADAL" clId="{4EC3DA5F-8847-4C60-9532-4015A7802353}" dt="2026-05-05T11:41:59.099" v="533" actId="1076"/>
          <ac:spMkLst>
            <pc:docMk/>
            <pc:sldMk cId="1469200251" sldId="270"/>
            <ac:spMk id="4" creationId="{B089101E-F6E2-51F7-2D94-CE95D9793401}"/>
          </ac:spMkLst>
        </pc:spChg>
        <pc:spChg chg="mod">
          <ac:chgData name="Bill Guo" userId="103f95da-f635-4b8a-a4a2-71c7b42a9854" providerId="ADAL" clId="{4EC3DA5F-8847-4C60-9532-4015A7802353}" dt="2026-05-05T11:27:36.613" v="259"/>
          <ac:spMkLst>
            <pc:docMk/>
            <pc:sldMk cId="1469200251" sldId="270"/>
            <ac:spMk id="25" creationId="{EA9273C4-7990-4922-8B67-623FEACD6754}"/>
          </ac:spMkLst>
        </pc:spChg>
        <pc:spChg chg="mod">
          <ac:chgData name="Bill Guo" userId="103f95da-f635-4b8a-a4a2-71c7b42a9854" providerId="ADAL" clId="{4EC3DA5F-8847-4C60-9532-4015A7802353}" dt="2026-05-05T11:27:36.614" v="261"/>
          <ac:spMkLst>
            <pc:docMk/>
            <pc:sldMk cId="1469200251" sldId="270"/>
            <ac:spMk id="26" creationId="{605D1D19-FF9D-48FA-8513-AADBA8DB2CBC}"/>
          </ac:spMkLst>
        </pc:spChg>
        <pc:spChg chg="mod">
          <ac:chgData name="Bill Guo" userId="103f95da-f635-4b8a-a4a2-71c7b42a9854" providerId="ADAL" clId="{4EC3DA5F-8847-4C60-9532-4015A7802353}" dt="2026-05-05T11:27:36.614" v="264"/>
          <ac:spMkLst>
            <pc:docMk/>
            <pc:sldMk cId="1469200251" sldId="270"/>
            <ac:spMk id="27" creationId="{D67B74BE-5798-436F-84CC-509DB8AB8DCE}"/>
          </ac:spMkLst>
        </pc:spChg>
        <pc:spChg chg="mod">
          <ac:chgData name="Bill Guo" userId="103f95da-f635-4b8a-a4a2-71c7b42a9854" providerId="ADAL" clId="{4EC3DA5F-8847-4C60-9532-4015A7802353}" dt="2026-05-05T11:27:36.615" v="266"/>
          <ac:spMkLst>
            <pc:docMk/>
            <pc:sldMk cId="1469200251" sldId="270"/>
            <ac:spMk id="28" creationId="{247D6265-A9EA-423A-A891-49D4A281ABA8}"/>
          </ac:spMkLst>
        </pc:spChg>
        <pc:spChg chg="mod">
          <ac:chgData name="Bill Guo" userId="103f95da-f635-4b8a-a4a2-71c7b42a9854" providerId="ADAL" clId="{4EC3DA5F-8847-4C60-9532-4015A7802353}" dt="2026-05-05T11:27:36.616" v="269"/>
          <ac:spMkLst>
            <pc:docMk/>
            <pc:sldMk cId="1469200251" sldId="270"/>
            <ac:spMk id="29" creationId="{B82BFBDA-A869-4B06-8EE2-74BAD011BA41}"/>
          </ac:spMkLst>
        </pc:spChg>
        <pc:spChg chg="mod">
          <ac:chgData name="Bill Guo" userId="103f95da-f635-4b8a-a4a2-71c7b42a9854" providerId="ADAL" clId="{4EC3DA5F-8847-4C60-9532-4015A7802353}" dt="2026-05-05T11:27:36.616" v="271"/>
          <ac:spMkLst>
            <pc:docMk/>
            <pc:sldMk cId="1469200251" sldId="270"/>
            <ac:spMk id="30" creationId="{3B8A3533-9D2C-459F-BE39-C5E22150BB45}"/>
          </ac:spMkLst>
        </pc:spChg>
        <pc:spChg chg="mod">
          <ac:chgData name="Bill Guo" userId="103f95da-f635-4b8a-a4a2-71c7b42a9854" providerId="ADAL" clId="{4EC3DA5F-8847-4C60-9532-4015A7802353}" dt="2026-05-05T11:27:36.617" v="273"/>
          <ac:spMkLst>
            <pc:docMk/>
            <pc:sldMk cId="1469200251" sldId="270"/>
            <ac:spMk id="31" creationId="{6FEFB412-BAD6-4011-B686-28C89165EC90}"/>
          </ac:spMkLst>
        </pc:spChg>
        <pc:spChg chg="mod">
          <ac:chgData name="Bill Guo" userId="103f95da-f635-4b8a-a4a2-71c7b42a9854" providerId="ADAL" clId="{4EC3DA5F-8847-4C60-9532-4015A7802353}" dt="2026-05-05T11:27:36.617" v="275"/>
          <ac:spMkLst>
            <pc:docMk/>
            <pc:sldMk cId="1469200251" sldId="270"/>
            <ac:spMk id="32" creationId="{794AA197-C5EE-408A-B6CF-2C474DFD6682}"/>
          </ac:spMkLst>
        </pc:spChg>
        <pc:spChg chg="del mod">
          <ac:chgData name="Bill Guo" userId="103f95da-f635-4b8a-a4a2-71c7b42a9854" providerId="ADAL" clId="{4EC3DA5F-8847-4C60-9532-4015A7802353}" dt="2026-05-05T11:42:02.667" v="534" actId="478"/>
          <ac:spMkLst>
            <pc:docMk/>
            <pc:sldMk cId="1469200251" sldId="270"/>
            <ac:spMk id="33" creationId="{54EBDA48-AD1B-450E-9F2B-806336D1B5CF}"/>
          </ac:spMkLst>
        </pc:spChg>
        <pc:spChg chg="mod">
          <ac:chgData name="Bill Guo" userId="103f95da-f635-4b8a-a4a2-71c7b42a9854" providerId="ADAL" clId="{4EC3DA5F-8847-4C60-9532-4015A7802353}" dt="2026-05-05T11:41:20.814" v="529" actId="1076"/>
          <ac:spMkLst>
            <pc:docMk/>
            <pc:sldMk cId="1469200251" sldId="270"/>
            <ac:spMk id="34" creationId="{6E0F3677-F9D8-42DD-A8B0-314A98D06670}"/>
          </ac:spMkLst>
        </pc:spChg>
        <pc:spChg chg="mod">
          <ac:chgData name="Bill Guo" userId="103f95da-f635-4b8a-a4a2-71c7b42a9854" providerId="ADAL" clId="{4EC3DA5F-8847-4C60-9532-4015A7802353}" dt="2026-05-05T11:41:20.814" v="529" actId="1076"/>
          <ac:spMkLst>
            <pc:docMk/>
            <pc:sldMk cId="1469200251" sldId="270"/>
            <ac:spMk id="35" creationId="{8EE2710C-5C2B-4356-A06A-8A63B88D2F35}"/>
          </ac:spMkLst>
        </pc:spChg>
        <pc:spChg chg="mod">
          <ac:chgData name="Bill Guo" userId="103f95da-f635-4b8a-a4a2-71c7b42a9854" providerId="ADAL" clId="{4EC3DA5F-8847-4C60-9532-4015A7802353}" dt="2026-05-05T11:41:20.814" v="529" actId="1076"/>
          <ac:spMkLst>
            <pc:docMk/>
            <pc:sldMk cId="1469200251" sldId="270"/>
            <ac:spMk id="36" creationId="{58FF5399-0DF2-49B4-8237-71D9406E3D36}"/>
          </ac:spMkLst>
        </pc:spChg>
        <pc:spChg chg="mod">
          <ac:chgData name="Bill Guo" userId="103f95da-f635-4b8a-a4a2-71c7b42a9854" providerId="ADAL" clId="{4EC3DA5F-8847-4C60-9532-4015A7802353}" dt="2026-05-05T11:41:20.814" v="529" actId="1076"/>
          <ac:spMkLst>
            <pc:docMk/>
            <pc:sldMk cId="1469200251" sldId="270"/>
            <ac:spMk id="37" creationId="{D48CCA47-F1A2-461A-A072-B73891186E28}"/>
          </ac:spMkLst>
        </pc:spChg>
        <pc:spChg chg="mod">
          <ac:chgData name="Bill Guo" userId="103f95da-f635-4b8a-a4a2-71c7b42a9854" providerId="ADAL" clId="{4EC3DA5F-8847-4C60-9532-4015A7802353}" dt="2026-05-05T11:27:36.620" v="289"/>
          <ac:spMkLst>
            <pc:docMk/>
            <pc:sldMk cId="1469200251" sldId="270"/>
            <ac:spMk id="38" creationId="{00D0457D-16E7-4D48-9B44-3A4F3A3BAF6A}"/>
          </ac:spMkLst>
        </pc:spChg>
        <pc:spChg chg="mod">
          <ac:chgData name="Bill Guo" userId="103f95da-f635-4b8a-a4a2-71c7b42a9854" providerId="ADAL" clId="{4EC3DA5F-8847-4C60-9532-4015A7802353}" dt="2026-05-05T11:27:36.621" v="292"/>
          <ac:spMkLst>
            <pc:docMk/>
            <pc:sldMk cId="1469200251" sldId="270"/>
            <ac:spMk id="39" creationId="{10FA7A76-D569-4043-A101-F41968D8234E}"/>
          </ac:spMkLst>
        </pc:spChg>
        <pc:spChg chg="mod">
          <ac:chgData name="Bill Guo" userId="103f95da-f635-4b8a-a4a2-71c7b42a9854" providerId="ADAL" clId="{4EC3DA5F-8847-4C60-9532-4015A7802353}" dt="2026-05-05T11:27:36.622" v="294"/>
          <ac:spMkLst>
            <pc:docMk/>
            <pc:sldMk cId="1469200251" sldId="270"/>
            <ac:spMk id="40" creationId="{AA70E38A-7F1C-40D6-90DA-3BB0797C2F55}"/>
          </ac:spMkLst>
        </pc:spChg>
        <pc:spChg chg="mod">
          <ac:chgData name="Bill Guo" userId="103f95da-f635-4b8a-a4a2-71c7b42a9854" providerId="ADAL" clId="{4EC3DA5F-8847-4C60-9532-4015A7802353}" dt="2026-05-05T11:27:36.623" v="297"/>
          <ac:spMkLst>
            <pc:docMk/>
            <pc:sldMk cId="1469200251" sldId="270"/>
            <ac:spMk id="41" creationId="{F1E298C6-C665-4005-882A-1BA5DE8A6FDD}"/>
          </ac:spMkLst>
        </pc:spChg>
        <pc:spChg chg="mod">
          <ac:chgData name="Bill Guo" userId="103f95da-f635-4b8a-a4a2-71c7b42a9854" providerId="ADAL" clId="{4EC3DA5F-8847-4C60-9532-4015A7802353}" dt="2026-05-05T11:27:36.624" v="299"/>
          <ac:spMkLst>
            <pc:docMk/>
            <pc:sldMk cId="1469200251" sldId="270"/>
            <ac:spMk id="42" creationId="{D7ABBE1E-5EF4-4E4E-AE41-28E69FFBE109}"/>
          </ac:spMkLst>
        </pc:spChg>
        <pc:spChg chg="mod">
          <ac:chgData name="Bill Guo" userId="103f95da-f635-4b8a-a4a2-71c7b42a9854" providerId="ADAL" clId="{4EC3DA5F-8847-4C60-9532-4015A7802353}" dt="2026-05-05T11:28:31.490" v="339" actId="20577"/>
          <ac:spMkLst>
            <pc:docMk/>
            <pc:sldMk cId="1469200251" sldId="270"/>
            <ac:spMk id="43" creationId="{F6E4D015-82A4-472E-A9F0-96CD5417A470}"/>
          </ac:spMkLst>
        </pc:spChg>
        <pc:spChg chg="mod">
          <ac:chgData name="Bill Guo" userId="103f95da-f635-4b8a-a4a2-71c7b42a9854" providerId="ADAL" clId="{4EC3DA5F-8847-4C60-9532-4015A7802353}" dt="2026-05-05T11:27:36.626" v="303"/>
          <ac:spMkLst>
            <pc:docMk/>
            <pc:sldMk cId="1469200251" sldId="270"/>
            <ac:spMk id="44" creationId="{04A3CE73-22A4-4653-9196-48404B332C16}"/>
          </ac:spMkLst>
        </pc:spChg>
        <pc:spChg chg="mod">
          <ac:chgData name="Bill Guo" userId="103f95da-f635-4b8a-a4a2-71c7b42a9854" providerId="ADAL" clId="{4EC3DA5F-8847-4C60-9532-4015A7802353}" dt="2026-05-05T11:41:47.169" v="531" actId="1076"/>
          <ac:spMkLst>
            <pc:docMk/>
            <pc:sldMk cId="1469200251" sldId="270"/>
            <ac:spMk id="45" creationId="{56B957E5-FDB1-4A3B-8F84-87F8F5FFC43A}"/>
          </ac:spMkLst>
        </pc:spChg>
        <pc:spChg chg="mod">
          <ac:chgData name="Bill Guo" userId="103f95da-f635-4b8a-a4a2-71c7b42a9854" providerId="ADAL" clId="{4EC3DA5F-8847-4C60-9532-4015A7802353}" dt="2026-05-05T11:41:28.618" v="530" actId="1076"/>
          <ac:spMkLst>
            <pc:docMk/>
            <pc:sldMk cId="1469200251" sldId="270"/>
            <ac:spMk id="46" creationId="{D5D9ED36-F934-4F66-8826-29E09FDF9607}"/>
          </ac:spMkLst>
        </pc:spChg>
        <pc:spChg chg="mod">
          <ac:chgData name="Bill Guo" userId="103f95da-f635-4b8a-a4a2-71c7b42a9854" providerId="ADAL" clId="{4EC3DA5F-8847-4C60-9532-4015A7802353}" dt="2026-05-05T11:41:28.618" v="530" actId="1076"/>
          <ac:spMkLst>
            <pc:docMk/>
            <pc:sldMk cId="1469200251" sldId="270"/>
            <ac:spMk id="47" creationId="{21B379D9-AA4A-48FA-8F1A-C4C65B767C28}"/>
          </ac:spMkLst>
        </pc:spChg>
        <pc:spChg chg="mod">
          <ac:chgData name="Bill Guo" userId="103f95da-f635-4b8a-a4a2-71c7b42a9854" providerId="ADAL" clId="{4EC3DA5F-8847-4C60-9532-4015A7802353}" dt="2026-05-05T11:41:28.618" v="530" actId="1076"/>
          <ac:spMkLst>
            <pc:docMk/>
            <pc:sldMk cId="1469200251" sldId="270"/>
            <ac:spMk id="48" creationId="{DA29B381-32C0-4B16-8320-4A6ACFACCCFB}"/>
          </ac:spMkLst>
        </pc:spChg>
        <pc:spChg chg="mod">
          <ac:chgData name="Bill Guo" userId="103f95da-f635-4b8a-a4a2-71c7b42a9854" providerId="ADAL" clId="{4EC3DA5F-8847-4C60-9532-4015A7802353}" dt="2026-05-05T11:41:28.618" v="530" actId="1076"/>
          <ac:spMkLst>
            <pc:docMk/>
            <pc:sldMk cId="1469200251" sldId="270"/>
            <ac:spMk id="49" creationId="{FDA418CA-F8E6-4395-A4B6-9CBD56291053}"/>
          </ac:spMkLst>
        </pc:spChg>
      </pc:sldChg>
      <pc:sldChg chg="add del setBg">
        <pc:chgData name="Bill Guo" userId="103f95da-f635-4b8a-a4a2-71c7b42a9854" providerId="ADAL" clId="{4EC3DA5F-8847-4C60-9532-4015A7802353}" dt="2026-05-05T11:37:30.805" v="489"/>
        <pc:sldMkLst>
          <pc:docMk/>
          <pc:sldMk cId="3097651647" sldId="271"/>
        </pc:sldMkLst>
      </pc:sldChg>
      <pc:sldChg chg="addSp delSp modSp add mod">
        <pc:chgData name="Bill Guo" userId="103f95da-f635-4b8a-a4a2-71c7b42a9854" providerId="ADAL" clId="{4EC3DA5F-8847-4C60-9532-4015A7802353}" dt="2026-05-05T21:33:58.906" v="2902" actId="20577"/>
        <pc:sldMkLst>
          <pc:docMk/>
          <pc:sldMk cId="4251975504" sldId="271"/>
        </pc:sldMkLst>
        <pc:spChg chg="mod">
          <ac:chgData name="Bill Guo" userId="103f95da-f635-4b8a-a4a2-71c7b42a9854" providerId="ADAL" clId="{4EC3DA5F-8847-4C60-9532-4015A7802353}" dt="2026-05-05T21:33:58.906" v="2902" actId="20577"/>
          <ac:spMkLst>
            <pc:docMk/>
            <pc:sldMk cId="4251975504" sldId="271"/>
            <ac:spMk id="3" creationId="{FD9963C3-BF8C-15FB-EFC8-23E4F7E1ACC5}"/>
          </ac:spMkLst>
        </pc:spChg>
        <pc:spChg chg="mod">
          <ac:chgData name="Bill Guo" userId="103f95da-f635-4b8a-a4a2-71c7b42a9854" providerId="ADAL" clId="{4EC3DA5F-8847-4C60-9532-4015A7802353}" dt="2026-05-05T11:37:48.592" v="511" actId="6549"/>
          <ac:spMkLst>
            <pc:docMk/>
            <pc:sldMk cId="4251975504" sldId="271"/>
            <ac:spMk id="5" creationId="{EA407AAB-4ED5-D4AA-80C6-7347CBAAA039}"/>
          </ac:spMkLst>
        </pc:spChg>
        <pc:spChg chg="add mod">
          <ac:chgData name="Bill Guo" userId="103f95da-f635-4b8a-a4a2-71c7b42a9854" providerId="ADAL" clId="{4EC3DA5F-8847-4C60-9532-4015A7802353}" dt="2026-05-05T16:43:32.369" v="1194"/>
          <ac:spMkLst>
            <pc:docMk/>
            <pc:sldMk cId="4251975504" sldId="271"/>
            <ac:spMk id="12" creationId="{222B3A56-5187-6B24-CFF0-A1375BDC73F9}"/>
          </ac:spMkLst>
        </pc:spChg>
        <pc:spChg chg="add mod">
          <ac:chgData name="Bill Guo" userId="103f95da-f635-4b8a-a4a2-71c7b42a9854" providerId="ADAL" clId="{4EC3DA5F-8847-4C60-9532-4015A7802353}" dt="2026-05-05T16:49:40.464" v="1264" actId="20577"/>
          <ac:spMkLst>
            <pc:docMk/>
            <pc:sldMk cId="4251975504" sldId="271"/>
            <ac:spMk id="13" creationId="{BB2883AA-0239-6AF2-5A8A-41A4EA6986A7}"/>
          </ac:spMkLst>
        </pc:spChg>
        <pc:picChg chg="del">
          <ac:chgData name="Bill Guo" userId="103f95da-f635-4b8a-a4a2-71c7b42a9854" providerId="ADAL" clId="{4EC3DA5F-8847-4C60-9532-4015A7802353}" dt="2026-05-05T11:37:44.192" v="510" actId="478"/>
          <ac:picMkLst>
            <pc:docMk/>
            <pc:sldMk cId="4251975504" sldId="271"/>
            <ac:picMk id="9" creationId="{36DCBBC3-C414-18B2-F0FB-284E25582FEE}"/>
          </ac:picMkLst>
        </pc:picChg>
        <pc:picChg chg="add mod">
          <ac:chgData name="Bill Guo" userId="103f95da-f635-4b8a-a4a2-71c7b42a9854" providerId="ADAL" clId="{4EC3DA5F-8847-4C60-9532-4015A7802353}" dt="2026-05-05T16:43:41.936" v="1197" actId="1076"/>
          <ac:picMkLst>
            <pc:docMk/>
            <pc:sldMk cId="4251975504" sldId="271"/>
            <ac:picMk id="11" creationId="{793BF9C6-EF8A-31D3-94FC-40D8F9512B3D}"/>
          </ac:picMkLst>
        </pc:picChg>
      </pc:sldChg>
      <pc:sldChg chg="addSp modSp add del mod">
        <pc:chgData name="Bill Guo" userId="103f95da-f635-4b8a-a4a2-71c7b42a9854" providerId="ADAL" clId="{4EC3DA5F-8847-4C60-9532-4015A7802353}" dt="2026-05-05T11:51:48.895" v="750"/>
        <pc:sldMkLst>
          <pc:docMk/>
          <pc:sldMk cId="3451548113" sldId="272"/>
        </pc:sldMkLst>
        <pc:spChg chg="add mod">
          <ac:chgData name="Bill Guo" userId="103f95da-f635-4b8a-a4a2-71c7b42a9854" providerId="ADAL" clId="{4EC3DA5F-8847-4C60-9532-4015A7802353}" dt="2026-05-05T11:51:22.336" v="543"/>
          <ac:spMkLst>
            <pc:docMk/>
            <pc:sldMk cId="3451548113" sldId="272"/>
            <ac:spMk id="4" creationId="{94EEEC05-6EA7-4D1B-8B7E-19ECA551570D}"/>
          </ac:spMkLst>
        </pc:spChg>
        <pc:spChg chg="add mod">
          <ac:chgData name="Bill Guo" userId="103f95da-f635-4b8a-a4a2-71c7b42a9854" providerId="ADAL" clId="{4EC3DA5F-8847-4C60-9532-4015A7802353}" dt="2026-05-05T11:51:22.337" v="547"/>
          <ac:spMkLst>
            <pc:docMk/>
            <pc:sldMk cId="3451548113" sldId="272"/>
            <ac:spMk id="5" creationId="{DBCA6868-6C16-493A-993A-D63586B1F327}"/>
          </ac:spMkLst>
        </pc:spChg>
        <pc:spChg chg="add mod">
          <ac:chgData name="Bill Guo" userId="103f95da-f635-4b8a-a4a2-71c7b42a9854" providerId="ADAL" clId="{4EC3DA5F-8847-4C60-9532-4015A7802353}" dt="2026-05-05T11:51:22.340" v="557"/>
          <ac:spMkLst>
            <pc:docMk/>
            <pc:sldMk cId="3451548113" sldId="272"/>
            <ac:spMk id="9" creationId="{BB42438F-8297-4BC3-AAED-9F79A5134F46}"/>
          </ac:spMkLst>
        </pc:spChg>
        <pc:spChg chg="add mod">
          <ac:chgData name="Bill Guo" userId="103f95da-f635-4b8a-a4a2-71c7b42a9854" providerId="ADAL" clId="{4EC3DA5F-8847-4C60-9532-4015A7802353}" dt="2026-05-05T11:51:22.342" v="567"/>
          <ac:spMkLst>
            <pc:docMk/>
            <pc:sldMk cId="3451548113" sldId="272"/>
            <ac:spMk id="10" creationId="{B519E971-2E4E-438B-AE59-F09016F35E57}"/>
          </ac:spMkLst>
        </pc:spChg>
        <pc:spChg chg="add mod">
          <ac:chgData name="Bill Guo" userId="103f95da-f635-4b8a-a4a2-71c7b42a9854" providerId="ADAL" clId="{4EC3DA5F-8847-4C60-9532-4015A7802353}" dt="2026-05-05T11:51:22.343" v="573"/>
          <ac:spMkLst>
            <pc:docMk/>
            <pc:sldMk cId="3451548113" sldId="272"/>
            <ac:spMk id="11" creationId="{64555CA4-24B0-464D-9D5E-7774DA9A4A73}"/>
          </ac:spMkLst>
        </pc:spChg>
        <pc:spChg chg="add mod">
          <ac:chgData name="Bill Guo" userId="103f95da-f635-4b8a-a4a2-71c7b42a9854" providerId="ADAL" clId="{4EC3DA5F-8847-4C60-9532-4015A7802353}" dt="2026-05-05T11:51:22.344" v="578"/>
          <ac:spMkLst>
            <pc:docMk/>
            <pc:sldMk cId="3451548113" sldId="272"/>
            <ac:spMk id="12" creationId="{9F4398A7-310E-42BE-88B8-D75965144DE3}"/>
          </ac:spMkLst>
        </pc:spChg>
        <pc:spChg chg="add mod">
          <ac:chgData name="Bill Guo" userId="103f95da-f635-4b8a-a4a2-71c7b42a9854" providerId="ADAL" clId="{4EC3DA5F-8847-4C60-9532-4015A7802353}" dt="2026-05-05T11:51:22.345" v="582"/>
          <ac:spMkLst>
            <pc:docMk/>
            <pc:sldMk cId="3451548113" sldId="272"/>
            <ac:spMk id="13" creationId="{96F326EF-28A4-439E-8D6C-EB7D2A787787}"/>
          </ac:spMkLst>
        </pc:spChg>
        <pc:spChg chg="add mod">
          <ac:chgData name="Bill Guo" userId="103f95da-f635-4b8a-a4a2-71c7b42a9854" providerId="ADAL" clId="{4EC3DA5F-8847-4C60-9532-4015A7802353}" dt="2026-05-05T11:51:22.348" v="592"/>
          <ac:spMkLst>
            <pc:docMk/>
            <pc:sldMk cId="3451548113" sldId="272"/>
            <ac:spMk id="14" creationId="{41E8F88A-AC06-4F3B-B513-F476D3939E08}"/>
          </ac:spMkLst>
        </pc:spChg>
        <pc:spChg chg="add mod">
          <ac:chgData name="Bill Guo" userId="103f95da-f635-4b8a-a4a2-71c7b42a9854" providerId="ADAL" clId="{4EC3DA5F-8847-4C60-9532-4015A7802353}" dt="2026-05-05T11:51:22.350" v="602"/>
          <ac:spMkLst>
            <pc:docMk/>
            <pc:sldMk cId="3451548113" sldId="272"/>
            <ac:spMk id="15" creationId="{853B0688-9488-46DA-BEB9-65B7E77B9737}"/>
          </ac:spMkLst>
        </pc:spChg>
        <pc:spChg chg="add mod">
          <ac:chgData name="Bill Guo" userId="103f95da-f635-4b8a-a4a2-71c7b42a9854" providerId="ADAL" clId="{4EC3DA5F-8847-4C60-9532-4015A7802353}" dt="2026-05-05T11:51:22.351" v="608"/>
          <ac:spMkLst>
            <pc:docMk/>
            <pc:sldMk cId="3451548113" sldId="272"/>
            <ac:spMk id="16" creationId="{F2797532-B72A-4D3B-9845-1136D065F12E}"/>
          </ac:spMkLst>
        </pc:spChg>
        <pc:spChg chg="add mod">
          <ac:chgData name="Bill Guo" userId="103f95da-f635-4b8a-a4a2-71c7b42a9854" providerId="ADAL" clId="{4EC3DA5F-8847-4C60-9532-4015A7802353}" dt="2026-05-05T11:51:22.352" v="613"/>
          <ac:spMkLst>
            <pc:docMk/>
            <pc:sldMk cId="3451548113" sldId="272"/>
            <ac:spMk id="17" creationId="{FAA0DC59-38CC-49EA-88EA-EF600CB8C9E9}"/>
          </ac:spMkLst>
        </pc:spChg>
        <pc:spChg chg="add mod">
          <ac:chgData name="Bill Guo" userId="103f95da-f635-4b8a-a4a2-71c7b42a9854" providerId="ADAL" clId="{4EC3DA5F-8847-4C60-9532-4015A7802353}" dt="2026-05-05T11:51:22.353" v="617"/>
          <ac:spMkLst>
            <pc:docMk/>
            <pc:sldMk cId="3451548113" sldId="272"/>
            <ac:spMk id="18" creationId="{0845D090-5D18-4361-9D2D-B16DEF84ADAA}"/>
          </ac:spMkLst>
        </pc:spChg>
        <pc:spChg chg="add mod">
          <ac:chgData name="Bill Guo" userId="103f95da-f635-4b8a-a4a2-71c7b42a9854" providerId="ADAL" clId="{4EC3DA5F-8847-4C60-9532-4015A7802353}" dt="2026-05-05T11:51:22.355" v="627"/>
          <ac:spMkLst>
            <pc:docMk/>
            <pc:sldMk cId="3451548113" sldId="272"/>
            <ac:spMk id="19" creationId="{6C1FBA1A-99F8-4966-AEE0-184E1F650896}"/>
          </ac:spMkLst>
        </pc:spChg>
        <pc:spChg chg="add mod">
          <ac:chgData name="Bill Guo" userId="103f95da-f635-4b8a-a4a2-71c7b42a9854" providerId="ADAL" clId="{4EC3DA5F-8847-4C60-9532-4015A7802353}" dt="2026-05-05T11:51:22.358" v="637"/>
          <ac:spMkLst>
            <pc:docMk/>
            <pc:sldMk cId="3451548113" sldId="272"/>
            <ac:spMk id="20" creationId="{D6850787-F3A1-456F-8A28-AFA96577EE89}"/>
          </ac:spMkLst>
        </pc:spChg>
        <pc:spChg chg="add mod">
          <ac:chgData name="Bill Guo" userId="103f95da-f635-4b8a-a4a2-71c7b42a9854" providerId="ADAL" clId="{4EC3DA5F-8847-4C60-9532-4015A7802353}" dt="2026-05-05T11:51:22.359" v="643"/>
          <ac:spMkLst>
            <pc:docMk/>
            <pc:sldMk cId="3451548113" sldId="272"/>
            <ac:spMk id="21" creationId="{7FA391AE-9BD1-4E7B-825F-25A078F00FFF}"/>
          </ac:spMkLst>
        </pc:spChg>
        <pc:spChg chg="add mod">
          <ac:chgData name="Bill Guo" userId="103f95da-f635-4b8a-a4a2-71c7b42a9854" providerId="ADAL" clId="{4EC3DA5F-8847-4C60-9532-4015A7802353}" dt="2026-05-05T11:51:22.360" v="648"/>
          <ac:spMkLst>
            <pc:docMk/>
            <pc:sldMk cId="3451548113" sldId="272"/>
            <ac:spMk id="22" creationId="{BBDB1DDE-4557-4008-9D38-D78CE6603D59}"/>
          </ac:spMkLst>
        </pc:spChg>
        <pc:spChg chg="add mod">
          <ac:chgData name="Bill Guo" userId="103f95da-f635-4b8a-a4a2-71c7b42a9854" providerId="ADAL" clId="{4EC3DA5F-8847-4C60-9532-4015A7802353}" dt="2026-05-05T11:51:22.361" v="652"/>
          <ac:spMkLst>
            <pc:docMk/>
            <pc:sldMk cId="3451548113" sldId="272"/>
            <ac:spMk id="23" creationId="{7513B3ED-DA78-45C5-A995-00B77F5EDD9E}"/>
          </ac:spMkLst>
        </pc:spChg>
        <pc:spChg chg="add mod">
          <ac:chgData name="Bill Guo" userId="103f95da-f635-4b8a-a4a2-71c7b42a9854" providerId="ADAL" clId="{4EC3DA5F-8847-4C60-9532-4015A7802353}" dt="2026-05-05T11:51:22.363" v="662"/>
          <ac:spMkLst>
            <pc:docMk/>
            <pc:sldMk cId="3451548113" sldId="272"/>
            <ac:spMk id="24" creationId="{10CC6A49-761B-49AC-8664-43C56AFCB6DF}"/>
          </ac:spMkLst>
        </pc:spChg>
        <pc:spChg chg="add mod">
          <ac:chgData name="Bill Guo" userId="103f95da-f635-4b8a-a4a2-71c7b42a9854" providerId="ADAL" clId="{4EC3DA5F-8847-4C60-9532-4015A7802353}" dt="2026-05-05T11:51:22.366" v="672"/>
          <ac:spMkLst>
            <pc:docMk/>
            <pc:sldMk cId="3451548113" sldId="272"/>
            <ac:spMk id="25" creationId="{DDD31FCB-B5DC-406A-B4FF-6EE0B0CE8C50}"/>
          </ac:spMkLst>
        </pc:spChg>
        <pc:spChg chg="add mod">
          <ac:chgData name="Bill Guo" userId="103f95da-f635-4b8a-a4a2-71c7b42a9854" providerId="ADAL" clId="{4EC3DA5F-8847-4C60-9532-4015A7802353}" dt="2026-05-05T11:51:22.367" v="678"/>
          <ac:spMkLst>
            <pc:docMk/>
            <pc:sldMk cId="3451548113" sldId="272"/>
            <ac:spMk id="26" creationId="{74B737E6-9FAD-41FD-912F-18DE2B3EB0E3}"/>
          </ac:spMkLst>
        </pc:spChg>
        <pc:spChg chg="add mod">
          <ac:chgData name="Bill Guo" userId="103f95da-f635-4b8a-a4a2-71c7b42a9854" providerId="ADAL" clId="{4EC3DA5F-8847-4C60-9532-4015A7802353}" dt="2026-05-05T11:51:22.368" v="683"/>
          <ac:spMkLst>
            <pc:docMk/>
            <pc:sldMk cId="3451548113" sldId="272"/>
            <ac:spMk id="27" creationId="{3176DBB9-D5D6-4F97-A1A4-B3A87C0D56B9}"/>
          </ac:spMkLst>
        </pc:spChg>
        <pc:spChg chg="add mod">
          <ac:chgData name="Bill Guo" userId="103f95da-f635-4b8a-a4a2-71c7b42a9854" providerId="ADAL" clId="{4EC3DA5F-8847-4C60-9532-4015A7802353}" dt="2026-05-05T11:51:22.369" v="687"/>
          <ac:spMkLst>
            <pc:docMk/>
            <pc:sldMk cId="3451548113" sldId="272"/>
            <ac:spMk id="28" creationId="{57C6861E-7A37-4CC9-82D9-9E30C417E626}"/>
          </ac:spMkLst>
        </pc:spChg>
        <pc:spChg chg="add mod">
          <ac:chgData name="Bill Guo" userId="103f95da-f635-4b8a-a4a2-71c7b42a9854" providerId="ADAL" clId="{4EC3DA5F-8847-4C60-9532-4015A7802353}" dt="2026-05-05T11:51:22.371" v="697"/>
          <ac:spMkLst>
            <pc:docMk/>
            <pc:sldMk cId="3451548113" sldId="272"/>
            <ac:spMk id="29" creationId="{743476D8-4C30-4F6F-89E1-7B8292B2E840}"/>
          </ac:spMkLst>
        </pc:spChg>
        <pc:spChg chg="add mod">
          <ac:chgData name="Bill Guo" userId="103f95da-f635-4b8a-a4a2-71c7b42a9854" providerId="ADAL" clId="{4EC3DA5F-8847-4C60-9532-4015A7802353}" dt="2026-05-05T11:51:22.373" v="707"/>
          <ac:spMkLst>
            <pc:docMk/>
            <pc:sldMk cId="3451548113" sldId="272"/>
            <ac:spMk id="30" creationId="{F2760167-AEAA-4EEE-A5BA-3BC599183183}"/>
          </ac:spMkLst>
        </pc:spChg>
        <pc:spChg chg="add mod">
          <ac:chgData name="Bill Guo" userId="103f95da-f635-4b8a-a4a2-71c7b42a9854" providerId="ADAL" clId="{4EC3DA5F-8847-4C60-9532-4015A7802353}" dt="2026-05-05T11:51:22.375" v="713"/>
          <ac:spMkLst>
            <pc:docMk/>
            <pc:sldMk cId="3451548113" sldId="272"/>
            <ac:spMk id="31" creationId="{C321DBD0-7C85-4F31-A050-F67218FA769B}"/>
          </ac:spMkLst>
        </pc:spChg>
        <pc:spChg chg="add mod">
          <ac:chgData name="Bill Guo" userId="103f95da-f635-4b8a-a4a2-71c7b42a9854" providerId="ADAL" clId="{4EC3DA5F-8847-4C60-9532-4015A7802353}" dt="2026-05-05T11:51:22.376" v="718"/>
          <ac:spMkLst>
            <pc:docMk/>
            <pc:sldMk cId="3451548113" sldId="272"/>
            <ac:spMk id="32" creationId="{27842CFD-CAC9-4ED6-8E3D-A8A11C00582C}"/>
          </ac:spMkLst>
        </pc:spChg>
        <pc:spChg chg="add mod">
          <ac:chgData name="Bill Guo" userId="103f95da-f635-4b8a-a4a2-71c7b42a9854" providerId="ADAL" clId="{4EC3DA5F-8847-4C60-9532-4015A7802353}" dt="2026-05-05T11:51:22.376" v="722"/>
          <ac:spMkLst>
            <pc:docMk/>
            <pc:sldMk cId="3451548113" sldId="272"/>
            <ac:spMk id="33" creationId="{560AC47C-32DE-4ABB-93E9-44AA91DD86F2}"/>
          </ac:spMkLst>
        </pc:spChg>
        <pc:spChg chg="add mod">
          <ac:chgData name="Bill Guo" userId="103f95da-f635-4b8a-a4a2-71c7b42a9854" providerId="ADAL" clId="{4EC3DA5F-8847-4C60-9532-4015A7802353}" dt="2026-05-05T11:51:22.379" v="732"/>
          <ac:spMkLst>
            <pc:docMk/>
            <pc:sldMk cId="3451548113" sldId="272"/>
            <ac:spMk id="34" creationId="{1B8C169F-FA22-4413-A716-4D89D65AEDA4}"/>
          </ac:spMkLst>
        </pc:spChg>
        <pc:spChg chg="add mod">
          <ac:chgData name="Bill Guo" userId="103f95da-f635-4b8a-a4a2-71c7b42a9854" providerId="ADAL" clId="{4EC3DA5F-8847-4C60-9532-4015A7802353}" dt="2026-05-05T11:51:22.381" v="742"/>
          <ac:spMkLst>
            <pc:docMk/>
            <pc:sldMk cId="3451548113" sldId="272"/>
            <ac:spMk id="35" creationId="{C0901883-F6B7-4FB1-83D6-DCF8A657C6C3}"/>
          </ac:spMkLst>
        </pc:spChg>
        <pc:spChg chg="add mod">
          <ac:chgData name="Bill Guo" userId="103f95da-f635-4b8a-a4a2-71c7b42a9854" providerId="ADAL" clId="{4EC3DA5F-8847-4C60-9532-4015A7802353}" dt="2026-05-05T11:51:22.382" v="748"/>
          <ac:spMkLst>
            <pc:docMk/>
            <pc:sldMk cId="3451548113" sldId="272"/>
            <ac:spMk id="36" creationId="{89125271-99FF-4558-8942-7A93B46971B6}"/>
          </ac:spMkLst>
        </pc:spChg>
      </pc:sldChg>
      <pc:sldChg chg="add del">
        <pc:chgData name="Bill Guo" userId="103f95da-f635-4b8a-a4a2-71c7b42a9854" providerId="ADAL" clId="{4EC3DA5F-8847-4C60-9532-4015A7802353}" dt="2026-05-05T11:52:21.545" v="752"/>
        <pc:sldMkLst>
          <pc:docMk/>
          <pc:sldMk cId="407589506" sldId="273"/>
        </pc:sldMkLst>
      </pc:sldChg>
      <pc:sldChg chg="modSp add del mod">
        <pc:chgData name="Bill Guo" userId="103f95da-f635-4b8a-a4a2-71c7b42a9854" providerId="ADAL" clId="{4EC3DA5F-8847-4C60-9532-4015A7802353}" dt="2026-05-05T16:26:26.889" v="977"/>
        <pc:sldMkLst>
          <pc:docMk/>
          <pc:sldMk cId="3599673467" sldId="274"/>
        </pc:sldMkLst>
        <pc:spChg chg="mod">
          <ac:chgData name="Bill Guo" userId="103f95da-f635-4b8a-a4a2-71c7b42a9854" providerId="ADAL" clId="{4EC3DA5F-8847-4C60-9532-4015A7802353}" dt="2026-05-05T11:54:39.659" v="955" actId="14100"/>
          <ac:spMkLst>
            <pc:docMk/>
            <pc:sldMk cId="3599673467" sldId="274"/>
            <ac:spMk id="11" creationId="{64555CA4-24B0-464D-9D5E-7774DA9A4A73}"/>
          </ac:spMkLst>
        </pc:spChg>
      </pc:sldChg>
      <pc:sldChg chg="delSp add del mod">
        <pc:chgData name="Bill Guo" userId="103f95da-f635-4b8a-a4a2-71c7b42a9854" providerId="ADAL" clId="{4EC3DA5F-8847-4C60-9532-4015A7802353}" dt="2026-05-05T11:53:04.081" v="785"/>
        <pc:sldMkLst>
          <pc:docMk/>
          <pc:sldMk cId="474974553" sldId="275"/>
        </pc:sldMkLst>
        <pc:spChg chg="del">
          <ac:chgData name="Bill Guo" userId="103f95da-f635-4b8a-a4a2-71c7b42a9854" providerId="ADAL" clId="{4EC3DA5F-8847-4C60-9532-4015A7802353}" dt="2026-05-05T11:52:56.820" v="754"/>
          <ac:spMkLst>
            <pc:docMk/>
            <pc:sldMk cId="474974553" sldId="275"/>
            <ac:spMk id="4" creationId="{94EEEC05-6EA7-4D1B-8B7E-19ECA551570D}"/>
          </ac:spMkLst>
        </pc:spChg>
        <pc:spChg chg="del">
          <ac:chgData name="Bill Guo" userId="103f95da-f635-4b8a-a4a2-71c7b42a9854" providerId="ADAL" clId="{4EC3DA5F-8847-4C60-9532-4015A7802353}" dt="2026-05-05T11:52:56.820" v="755"/>
          <ac:spMkLst>
            <pc:docMk/>
            <pc:sldMk cId="474974553" sldId="275"/>
            <ac:spMk id="5" creationId="{DBCA6868-6C16-493A-993A-D63586B1F327}"/>
          </ac:spMkLst>
        </pc:spChg>
        <pc:spChg chg="del">
          <ac:chgData name="Bill Guo" userId="103f95da-f635-4b8a-a4a2-71c7b42a9854" providerId="ADAL" clId="{4EC3DA5F-8847-4C60-9532-4015A7802353}" dt="2026-05-05T11:52:56.820" v="756"/>
          <ac:spMkLst>
            <pc:docMk/>
            <pc:sldMk cId="474974553" sldId="275"/>
            <ac:spMk id="9" creationId="{BB42438F-8297-4BC3-AAED-9F79A5134F46}"/>
          </ac:spMkLst>
        </pc:spChg>
        <pc:spChg chg="del">
          <ac:chgData name="Bill Guo" userId="103f95da-f635-4b8a-a4a2-71c7b42a9854" providerId="ADAL" clId="{4EC3DA5F-8847-4C60-9532-4015A7802353}" dt="2026-05-05T11:52:56.820" v="757"/>
          <ac:spMkLst>
            <pc:docMk/>
            <pc:sldMk cId="474974553" sldId="275"/>
            <ac:spMk id="10" creationId="{B519E971-2E4E-438B-AE59-F09016F35E57}"/>
          </ac:spMkLst>
        </pc:spChg>
        <pc:spChg chg="del">
          <ac:chgData name="Bill Guo" userId="103f95da-f635-4b8a-a4a2-71c7b42a9854" providerId="ADAL" clId="{4EC3DA5F-8847-4C60-9532-4015A7802353}" dt="2026-05-05T11:52:56.820" v="758"/>
          <ac:spMkLst>
            <pc:docMk/>
            <pc:sldMk cId="474974553" sldId="275"/>
            <ac:spMk id="11" creationId="{64555CA4-24B0-464D-9D5E-7774DA9A4A73}"/>
          </ac:spMkLst>
        </pc:spChg>
        <pc:spChg chg="del">
          <ac:chgData name="Bill Guo" userId="103f95da-f635-4b8a-a4a2-71c7b42a9854" providerId="ADAL" clId="{4EC3DA5F-8847-4C60-9532-4015A7802353}" dt="2026-05-05T11:52:56.821" v="759"/>
          <ac:spMkLst>
            <pc:docMk/>
            <pc:sldMk cId="474974553" sldId="275"/>
            <ac:spMk id="12" creationId="{9F4398A7-310E-42BE-88B8-D75965144DE3}"/>
          </ac:spMkLst>
        </pc:spChg>
        <pc:spChg chg="del">
          <ac:chgData name="Bill Guo" userId="103f95da-f635-4b8a-a4a2-71c7b42a9854" providerId="ADAL" clId="{4EC3DA5F-8847-4C60-9532-4015A7802353}" dt="2026-05-05T11:52:56.821" v="760"/>
          <ac:spMkLst>
            <pc:docMk/>
            <pc:sldMk cId="474974553" sldId="275"/>
            <ac:spMk id="13" creationId="{96F326EF-28A4-439E-8D6C-EB7D2A787787}"/>
          </ac:spMkLst>
        </pc:spChg>
        <pc:spChg chg="del">
          <ac:chgData name="Bill Guo" userId="103f95da-f635-4b8a-a4a2-71c7b42a9854" providerId="ADAL" clId="{4EC3DA5F-8847-4C60-9532-4015A7802353}" dt="2026-05-05T11:52:56.821" v="761"/>
          <ac:spMkLst>
            <pc:docMk/>
            <pc:sldMk cId="474974553" sldId="275"/>
            <ac:spMk id="14" creationId="{41E8F88A-AC06-4F3B-B513-F476D3939E08}"/>
          </ac:spMkLst>
        </pc:spChg>
        <pc:spChg chg="del">
          <ac:chgData name="Bill Guo" userId="103f95da-f635-4b8a-a4a2-71c7b42a9854" providerId="ADAL" clId="{4EC3DA5F-8847-4C60-9532-4015A7802353}" dt="2026-05-05T11:52:56.821" v="762"/>
          <ac:spMkLst>
            <pc:docMk/>
            <pc:sldMk cId="474974553" sldId="275"/>
            <ac:spMk id="15" creationId="{853B0688-9488-46DA-BEB9-65B7E77B9737}"/>
          </ac:spMkLst>
        </pc:spChg>
        <pc:spChg chg="del">
          <ac:chgData name="Bill Guo" userId="103f95da-f635-4b8a-a4a2-71c7b42a9854" providerId="ADAL" clId="{4EC3DA5F-8847-4C60-9532-4015A7802353}" dt="2026-05-05T11:52:56.821" v="763"/>
          <ac:spMkLst>
            <pc:docMk/>
            <pc:sldMk cId="474974553" sldId="275"/>
            <ac:spMk id="16" creationId="{F2797532-B72A-4D3B-9845-1136D065F12E}"/>
          </ac:spMkLst>
        </pc:spChg>
        <pc:spChg chg="del">
          <ac:chgData name="Bill Guo" userId="103f95da-f635-4b8a-a4a2-71c7b42a9854" providerId="ADAL" clId="{4EC3DA5F-8847-4C60-9532-4015A7802353}" dt="2026-05-05T11:52:56.822" v="764"/>
          <ac:spMkLst>
            <pc:docMk/>
            <pc:sldMk cId="474974553" sldId="275"/>
            <ac:spMk id="17" creationId="{FAA0DC59-38CC-49EA-88EA-EF600CB8C9E9}"/>
          </ac:spMkLst>
        </pc:spChg>
        <pc:spChg chg="del">
          <ac:chgData name="Bill Guo" userId="103f95da-f635-4b8a-a4a2-71c7b42a9854" providerId="ADAL" clId="{4EC3DA5F-8847-4C60-9532-4015A7802353}" dt="2026-05-05T11:52:56.822" v="765"/>
          <ac:spMkLst>
            <pc:docMk/>
            <pc:sldMk cId="474974553" sldId="275"/>
            <ac:spMk id="18" creationId="{0845D090-5D18-4361-9D2D-B16DEF84ADAA}"/>
          </ac:spMkLst>
        </pc:spChg>
        <pc:spChg chg="del">
          <ac:chgData name="Bill Guo" userId="103f95da-f635-4b8a-a4a2-71c7b42a9854" providerId="ADAL" clId="{4EC3DA5F-8847-4C60-9532-4015A7802353}" dt="2026-05-05T11:52:56.822" v="766"/>
          <ac:spMkLst>
            <pc:docMk/>
            <pc:sldMk cId="474974553" sldId="275"/>
            <ac:spMk id="19" creationId="{6C1FBA1A-99F8-4966-AEE0-184E1F650896}"/>
          </ac:spMkLst>
        </pc:spChg>
        <pc:spChg chg="del">
          <ac:chgData name="Bill Guo" userId="103f95da-f635-4b8a-a4a2-71c7b42a9854" providerId="ADAL" clId="{4EC3DA5F-8847-4C60-9532-4015A7802353}" dt="2026-05-05T11:52:56.822" v="767"/>
          <ac:spMkLst>
            <pc:docMk/>
            <pc:sldMk cId="474974553" sldId="275"/>
            <ac:spMk id="20" creationId="{D6850787-F3A1-456F-8A28-AFA96577EE89}"/>
          </ac:spMkLst>
        </pc:spChg>
        <pc:spChg chg="del">
          <ac:chgData name="Bill Guo" userId="103f95da-f635-4b8a-a4a2-71c7b42a9854" providerId="ADAL" clId="{4EC3DA5F-8847-4C60-9532-4015A7802353}" dt="2026-05-05T11:52:56.822" v="768"/>
          <ac:spMkLst>
            <pc:docMk/>
            <pc:sldMk cId="474974553" sldId="275"/>
            <ac:spMk id="21" creationId="{7FA391AE-9BD1-4E7B-825F-25A078F00FFF}"/>
          </ac:spMkLst>
        </pc:spChg>
        <pc:spChg chg="del">
          <ac:chgData name="Bill Guo" userId="103f95da-f635-4b8a-a4a2-71c7b42a9854" providerId="ADAL" clId="{4EC3DA5F-8847-4C60-9532-4015A7802353}" dt="2026-05-05T11:52:56.822" v="769"/>
          <ac:spMkLst>
            <pc:docMk/>
            <pc:sldMk cId="474974553" sldId="275"/>
            <ac:spMk id="22" creationId="{BBDB1DDE-4557-4008-9D38-D78CE6603D59}"/>
          </ac:spMkLst>
        </pc:spChg>
        <pc:spChg chg="del">
          <ac:chgData name="Bill Guo" userId="103f95da-f635-4b8a-a4a2-71c7b42a9854" providerId="ADAL" clId="{4EC3DA5F-8847-4C60-9532-4015A7802353}" dt="2026-05-05T11:52:56.823" v="770"/>
          <ac:spMkLst>
            <pc:docMk/>
            <pc:sldMk cId="474974553" sldId="275"/>
            <ac:spMk id="23" creationId="{7513B3ED-DA78-45C5-A995-00B77F5EDD9E}"/>
          </ac:spMkLst>
        </pc:spChg>
        <pc:spChg chg="del">
          <ac:chgData name="Bill Guo" userId="103f95da-f635-4b8a-a4a2-71c7b42a9854" providerId="ADAL" clId="{4EC3DA5F-8847-4C60-9532-4015A7802353}" dt="2026-05-05T11:52:56.823" v="771"/>
          <ac:spMkLst>
            <pc:docMk/>
            <pc:sldMk cId="474974553" sldId="275"/>
            <ac:spMk id="24" creationId="{10CC6A49-761B-49AC-8664-43C56AFCB6DF}"/>
          </ac:spMkLst>
        </pc:spChg>
        <pc:spChg chg="del">
          <ac:chgData name="Bill Guo" userId="103f95da-f635-4b8a-a4a2-71c7b42a9854" providerId="ADAL" clId="{4EC3DA5F-8847-4C60-9532-4015A7802353}" dt="2026-05-05T11:52:56.823" v="772"/>
          <ac:spMkLst>
            <pc:docMk/>
            <pc:sldMk cId="474974553" sldId="275"/>
            <ac:spMk id="25" creationId="{DDD31FCB-B5DC-406A-B4FF-6EE0B0CE8C50}"/>
          </ac:spMkLst>
        </pc:spChg>
        <pc:spChg chg="del">
          <ac:chgData name="Bill Guo" userId="103f95da-f635-4b8a-a4a2-71c7b42a9854" providerId="ADAL" clId="{4EC3DA5F-8847-4C60-9532-4015A7802353}" dt="2026-05-05T11:52:56.823" v="773"/>
          <ac:spMkLst>
            <pc:docMk/>
            <pc:sldMk cId="474974553" sldId="275"/>
            <ac:spMk id="26" creationId="{74B737E6-9FAD-41FD-912F-18DE2B3EB0E3}"/>
          </ac:spMkLst>
        </pc:spChg>
        <pc:spChg chg="del">
          <ac:chgData name="Bill Guo" userId="103f95da-f635-4b8a-a4a2-71c7b42a9854" providerId="ADAL" clId="{4EC3DA5F-8847-4C60-9532-4015A7802353}" dt="2026-05-05T11:52:56.823" v="774"/>
          <ac:spMkLst>
            <pc:docMk/>
            <pc:sldMk cId="474974553" sldId="275"/>
            <ac:spMk id="27" creationId="{3176DBB9-D5D6-4F97-A1A4-B3A87C0D56B9}"/>
          </ac:spMkLst>
        </pc:spChg>
        <pc:spChg chg="del">
          <ac:chgData name="Bill Guo" userId="103f95da-f635-4b8a-a4a2-71c7b42a9854" providerId="ADAL" clId="{4EC3DA5F-8847-4C60-9532-4015A7802353}" dt="2026-05-05T11:52:56.823" v="775"/>
          <ac:spMkLst>
            <pc:docMk/>
            <pc:sldMk cId="474974553" sldId="275"/>
            <ac:spMk id="28" creationId="{57C6861E-7A37-4CC9-82D9-9E30C417E626}"/>
          </ac:spMkLst>
        </pc:spChg>
        <pc:spChg chg="del">
          <ac:chgData name="Bill Guo" userId="103f95da-f635-4b8a-a4a2-71c7b42a9854" providerId="ADAL" clId="{4EC3DA5F-8847-4C60-9532-4015A7802353}" dt="2026-05-05T11:52:56.824" v="776"/>
          <ac:spMkLst>
            <pc:docMk/>
            <pc:sldMk cId="474974553" sldId="275"/>
            <ac:spMk id="29" creationId="{743476D8-4C30-4F6F-89E1-7B8292B2E840}"/>
          </ac:spMkLst>
        </pc:spChg>
        <pc:spChg chg="del">
          <ac:chgData name="Bill Guo" userId="103f95da-f635-4b8a-a4a2-71c7b42a9854" providerId="ADAL" clId="{4EC3DA5F-8847-4C60-9532-4015A7802353}" dt="2026-05-05T11:52:56.824" v="777"/>
          <ac:spMkLst>
            <pc:docMk/>
            <pc:sldMk cId="474974553" sldId="275"/>
            <ac:spMk id="30" creationId="{F2760167-AEAA-4EEE-A5BA-3BC599183183}"/>
          </ac:spMkLst>
        </pc:spChg>
        <pc:spChg chg="del">
          <ac:chgData name="Bill Guo" userId="103f95da-f635-4b8a-a4a2-71c7b42a9854" providerId="ADAL" clId="{4EC3DA5F-8847-4C60-9532-4015A7802353}" dt="2026-05-05T11:52:56.824" v="778"/>
          <ac:spMkLst>
            <pc:docMk/>
            <pc:sldMk cId="474974553" sldId="275"/>
            <ac:spMk id="31" creationId="{C321DBD0-7C85-4F31-A050-F67218FA769B}"/>
          </ac:spMkLst>
        </pc:spChg>
        <pc:spChg chg="del">
          <ac:chgData name="Bill Guo" userId="103f95da-f635-4b8a-a4a2-71c7b42a9854" providerId="ADAL" clId="{4EC3DA5F-8847-4C60-9532-4015A7802353}" dt="2026-05-05T11:52:56.824" v="779"/>
          <ac:spMkLst>
            <pc:docMk/>
            <pc:sldMk cId="474974553" sldId="275"/>
            <ac:spMk id="32" creationId="{27842CFD-CAC9-4ED6-8E3D-A8A11C00582C}"/>
          </ac:spMkLst>
        </pc:spChg>
        <pc:spChg chg="del">
          <ac:chgData name="Bill Guo" userId="103f95da-f635-4b8a-a4a2-71c7b42a9854" providerId="ADAL" clId="{4EC3DA5F-8847-4C60-9532-4015A7802353}" dt="2026-05-05T11:52:56.824" v="780"/>
          <ac:spMkLst>
            <pc:docMk/>
            <pc:sldMk cId="474974553" sldId="275"/>
            <ac:spMk id="33" creationId="{560AC47C-32DE-4ABB-93E9-44AA91DD86F2}"/>
          </ac:spMkLst>
        </pc:spChg>
        <pc:spChg chg="del">
          <ac:chgData name="Bill Guo" userId="103f95da-f635-4b8a-a4a2-71c7b42a9854" providerId="ADAL" clId="{4EC3DA5F-8847-4C60-9532-4015A7802353}" dt="2026-05-05T11:52:56.825" v="781"/>
          <ac:spMkLst>
            <pc:docMk/>
            <pc:sldMk cId="474974553" sldId="275"/>
            <ac:spMk id="34" creationId="{1B8C169F-FA22-4413-A716-4D89D65AEDA4}"/>
          </ac:spMkLst>
        </pc:spChg>
        <pc:spChg chg="del">
          <ac:chgData name="Bill Guo" userId="103f95da-f635-4b8a-a4a2-71c7b42a9854" providerId="ADAL" clId="{4EC3DA5F-8847-4C60-9532-4015A7802353}" dt="2026-05-05T11:52:56.825" v="782"/>
          <ac:spMkLst>
            <pc:docMk/>
            <pc:sldMk cId="474974553" sldId="275"/>
            <ac:spMk id="35" creationId="{C0901883-F6B7-4FB1-83D6-DCF8A657C6C3}"/>
          </ac:spMkLst>
        </pc:spChg>
        <pc:spChg chg="del">
          <ac:chgData name="Bill Guo" userId="103f95da-f635-4b8a-a4a2-71c7b42a9854" providerId="ADAL" clId="{4EC3DA5F-8847-4C60-9532-4015A7802353}" dt="2026-05-05T11:52:56.825" v="783"/>
          <ac:spMkLst>
            <pc:docMk/>
            <pc:sldMk cId="474974553" sldId="275"/>
            <ac:spMk id="36" creationId="{89125271-99FF-4558-8942-7A93B46971B6}"/>
          </ac:spMkLst>
        </pc:spChg>
      </pc:sldChg>
      <pc:sldChg chg="add del">
        <pc:chgData name="Bill Guo" userId="103f95da-f635-4b8a-a4a2-71c7b42a9854" providerId="ADAL" clId="{4EC3DA5F-8847-4C60-9532-4015A7802353}" dt="2026-05-05T11:53:39.123" v="787"/>
        <pc:sldMkLst>
          <pc:docMk/>
          <pc:sldMk cId="3175825421" sldId="276"/>
        </pc:sldMkLst>
      </pc:sldChg>
      <pc:sldChg chg="addSp modSp add del mod">
        <pc:chgData name="Bill Guo" userId="103f95da-f635-4b8a-a4a2-71c7b42a9854" providerId="ADAL" clId="{4EC3DA5F-8847-4C60-9532-4015A7802353}" dt="2026-05-05T11:54:20.689" v="954"/>
        <pc:sldMkLst>
          <pc:docMk/>
          <pc:sldMk cId="241884316" sldId="277"/>
        </pc:sldMkLst>
        <pc:spChg chg="add mod">
          <ac:chgData name="Bill Guo" userId="103f95da-f635-4b8a-a4a2-71c7b42a9854" providerId="ADAL" clId="{4EC3DA5F-8847-4C60-9532-4015A7802353}" dt="2026-05-05T11:54:05.215" v="792"/>
          <ac:spMkLst>
            <pc:docMk/>
            <pc:sldMk cId="241884316" sldId="277"/>
            <ac:spMk id="4" creationId="{A16E24E5-A19C-4173-A374-1D68E9E9F47E}"/>
          </ac:spMkLst>
        </pc:spChg>
        <pc:spChg chg="add mod">
          <ac:chgData name="Bill Guo" userId="103f95da-f635-4b8a-a4a2-71c7b42a9854" providerId="ADAL" clId="{4EC3DA5F-8847-4C60-9532-4015A7802353}" dt="2026-05-05T11:54:05.216" v="796"/>
          <ac:spMkLst>
            <pc:docMk/>
            <pc:sldMk cId="241884316" sldId="277"/>
            <ac:spMk id="5" creationId="{E14A1079-874B-4563-8265-9599865B22B0}"/>
          </ac:spMkLst>
        </pc:spChg>
        <pc:spChg chg="add mod">
          <ac:chgData name="Bill Guo" userId="103f95da-f635-4b8a-a4a2-71c7b42a9854" providerId="ADAL" clId="{4EC3DA5F-8847-4C60-9532-4015A7802353}" dt="2026-05-05T11:54:05.219" v="806"/>
          <ac:spMkLst>
            <pc:docMk/>
            <pc:sldMk cId="241884316" sldId="277"/>
            <ac:spMk id="9" creationId="{5ABF2A06-7D5A-4222-ACC8-27954F8DFE74}"/>
          </ac:spMkLst>
        </pc:spChg>
        <pc:spChg chg="add mod">
          <ac:chgData name="Bill Guo" userId="103f95da-f635-4b8a-a4a2-71c7b42a9854" providerId="ADAL" clId="{4EC3DA5F-8847-4C60-9532-4015A7802353}" dt="2026-05-05T11:54:05.222" v="816"/>
          <ac:spMkLst>
            <pc:docMk/>
            <pc:sldMk cId="241884316" sldId="277"/>
            <ac:spMk id="10" creationId="{124E9096-73B2-4BAE-85E4-E3DB1380B089}"/>
          </ac:spMkLst>
        </pc:spChg>
        <pc:spChg chg="add mod">
          <ac:chgData name="Bill Guo" userId="103f95da-f635-4b8a-a4a2-71c7b42a9854" providerId="ADAL" clId="{4EC3DA5F-8847-4C60-9532-4015A7802353}" dt="2026-05-05T11:54:05.224" v="826"/>
          <ac:spMkLst>
            <pc:docMk/>
            <pc:sldMk cId="241884316" sldId="277"/>
            <ac:spMk id="11" creationId="{7353C5FC-C4CA-4A96-9447-C97019D1FD0B}"/>
          </ac:spMkLst>
        </pc:spChg>
        <pc:spChg chg="add mod">
          <ac:chgData name="Bill Guo" userId="103f95da-f635-4b8a-a4a2-71c7b42a9854" providerId="ADAL" clId="{4EC3DA5F-8847-4C60-9532-4015A7802353}" dt="2026-05-05T11:54:05.225" v="831"/>
          <ac:spMkLst>
            <pc:docMk/>
            <pc:sldMk cId="241884316" sldId="277"/>
            <ac:spMk id="12" creationId="{69C1F030-69CA-47A0-A76E-3A24D0832998}"/>
          </ac:spMkLst>
        </pc:spChg>
        <pc:spChg chg="add mod">
          <ac:chgData name="Bill Guo" userId="103f95da-f635-4b8a-a4a2-71c7b42a9854" providerId="ADAL" clId="{4EC3DA5F-8847-4C60-9532-4015A7802353}" dt="2026-05-05T11:54:05.226" v="835"/>
          <ac:spMkLst>
            <pc:docMk/>
            <pc:sldMk cId="241884316" sldId="277"/>
            <ac:spMk id="13" creationId="{6EB8B656-A355-4642-9697-9B826EA69132}"/>
          </ac:spMkLst>
        </pc:spChg>
        <pc:spChg chg="add mod">
          <ac:chgData name="Bill Guo" userId="103f95da-f635-4b8a-a4a2-71c7b42a9854" providerId="ADAL" clId="{4EC3DA5F-8847-4C60-9532-4015A7802353}" dt="2026-05-05T11:54:05.228" v="845"/>
          <ac:spMkLst>
            <pc:docMk/>
            <pc:sldMk cId="241884316" sldId="277"/>
            <ac:spMk id="14" creationId="{CAB6A5EB-F3C2-496B-ADAE-11E018253E4F}"/>
          </ac:spMkLst>
        </pc:spChg>
        <pc:spChg chg="add mod">
          <ac:chgData name="Bill Guo" userId="103f95da-f635-4b8a-a4a2-71c7b42a9854" providerId="ADAL" clId="{4EC3DA5F-8847-4C60-9532-4015A7802353}" dt="2026-05-05T11:54:05.230" v="855"/>
          <ac:spMkLst>
            <pc:docMk/>
            <pc:sldMk cId="241884316" sldId="277"/>
            <ac:spMk id="15" creationId="{3E1FFC6D-73CD-472E-A4E3-91B26419BCDE}"/>
          </ac:spMkLst>
        </pc:spChg>
        <pc:spChg chg="add mod">
          <ac:chgData name="Bill Guo" userId="103f95da-f635-4b8a-a4a2-71c7b42a9854" providerId="ADAL" clId="{4EC3DA5F-8847-4C60-9532-4015A7802353}" dt="2026-05-05T11:54:05.233" v="865"/>
          <ac:spMkLst>
            <pc:docMk/>
            <pc:sldMk cId="241884316" sldId="277"/>
            <ac:spMk id="16" creationId="{E9278904-5B4D-4F05-B9C0-FE18BC66D9A0}"/>
          </ac:spMkLst>
        </pc:spChg>
        <pc:spChg chg="add mod">
          <ac:chgData name="Bill Guo" userId="103f95da-f635-4b8a-a4a2-71c7b42a9854" providerId="ADAL" clId="{4EC3DA5F-8847-4C60-9532-4015A7802353}" dt="2026-05-05T11:54:05.234" v="870"/>
          <ac:spMkLst>
            <pc:docMk/>
            <pc:sldMk cId="241884316" sldId="277"/>
            <ac:spMk id="17" creationId="{E4AF7421-821B-4B7E-87B2-D59524435137}"/>
          </ac:spMkLst>
        </pc:spChg>
        <pc:spChg chg="add mod">
          <ac:chgData name="Bill Guo" userId="103f95da-f635-4b8a-a4a2-71c7b42a9854" providerId="ADAL" clId="{4EC3DA5F-8847-4C60-9532-4015A7802353}" dt="2026-05-05T11:54:05.234" v="874"/>
          <ac:spMkLst>
            <pc:docMk/>
            <pc:sldMk cId="241884316" sldId="277"/>
            <ac:spMk id="18" creationId="{0D01F23E-5EE6-4000-91A9-85897BF96CFA}"/>
          </ac:spMkLst>
        </pc:spChg>
        <pc:spChg chg="add mod">
          <ac:chgData name="Bill Guo" userId="103f95da-f635-4b8a-a4a2-71c7b42a9854" providerId="ADAL" clId="{4EC3DA5F-8847-4C60-9532-4015A7802353}" dt="2026-05-05T11:54:05.237" v="884"/>
          <ac:spMkLst>
            <pc:docMk/>
            <pc:sldMk cId="241884316" sldId="277"/>
            <ac:spMk id="19" creationId="{96B16108-F96D-472F-BDFF-BA8462FB527B}"/>
          </ac:spMkLst>
        </pc:spChg>
        <pc:spChg chg="add mod">
          <ac:chgData name="Bill Guo" userId="103f95da-f635-4b8a-a4a2-71c7b42a9854" providerId="ADAL" clId="{4EC3DA5F-8847-4C60-9532-4015A7802353}" dt="2026-05-05T11:54:05.239" v="894"/>
          <ac:spMkLst>
            <pc:docMk/>
            <pc:sldMk cId="241884316" sldId="277"/>
            <ac:spMk id="20" creationId="{F1FB4259-DE71-49DA-B8F9-5F641D284D26}"/>
          </ac:spMkLst>
        </pc:spChg>
        <pc:spChg chg="add mod">
          <ac:chgData name="Bill Guo" userId="103f95da-f635-4b8a-a4a2-71c7b42a9854" providerId="ADAL" clId="{4EC3DA5F-8847-4C60-9532-4015A7802353}" dt="2026-05-05T11:54:05.241" v="904"/>
          <ac:spMkLst>
            <pc:docMk/>
            <pc:sldMk cId="241884316" sldId="277"/>
            <ac:spMk id="21" creationId="{36131D67-7248-4DEE-8388-4E779FF54BAE}"/>
          </ac:spMkLst>
        </pc:spChg>
        <pc:spChg chg="add mod">
          <ac:chgData name="Bill Guo" userId="103f95da-f635-4b8a-a4a2-71c7b42a9854" providerId="ADAL" clId="{4EC3DA5F-8847-4C60-9532-4015A7802353}" dt="2026-05-05T11:54:05.242" v="909"/>
          <ac:spMkLst>
            <pc:docMk/>
            <pc:sldMk cId="241884316" sldId="277"/>
            <ac:spMk id="22" creationId="{4E593D7C-5307-4B00-8145-1724300E4E6C}"/>
          </ac:spMkLst>
        </pc:spChg>
        <pc:spChg chg="add mod">
          <ac:chgData name="Bill Guo" userId="103f95da-f635-4b8a-a4a2-71c7b42a9854" providerId="ADAL" clId="{4EC3DA5F-8847-4C60-9532-4015A7802353}" dt="2026-05-05T11:54:05.243" v="913"/>
          <ac:spMkLst>
            <pc:docMk/>
            <pc:sldMk cId="241884316" sldId="277"/>
            <ac:spMk id="23" creationId="{5D9C4C02-FEC1-4ED3-A7EC-BFBE31977B6A}"/>
          </ac:spMkLst>
        </pc:spChg>
        <pc:spChg chg="add mod">
          <ac:chgData name="Bill Guo" userId="103f95da-f635-4b8a-a4a2-71c7b42a9854" providerId="ADAL" clId="{4EC3DA5F-8847-4C60-9532-4015A7802353}" dt="2026-05-05T11:54:05.245" v="923"/>
          <ac:spMkLst>
            <pc:docMk/>
            <pc:sldMk cId="241884316" sldId="277"/>
            <ac:spMk id="24" creationId="{A6A9C4E7-3746-4E52-A865-C96A9FB8EAF7}"/>
          </ac:spMkLst>
        </pc:spChg>
        <pc:spChg chg="add mod">
          <ac:chgData name="Bill Guo" userId="103f95da-f635-4b8a-a4a2-71c7b42a9854" providerId="ADAL" clId="{4EC3DA5F-8847-4C60-9532-4015A7802353}" dt="2026-05-05T11:54:05.247" v="933"/>
          <ac:spMkLst>
            <pc:docMk/>
            <pc:sldMk cId="241884316" sldId="277"/>
            <ac:spMk id="25" creationId="{4478E7D2-56A2-4B61-83C8-FED273963ABA}"/>
          </ac:spMkLst>
        </pc:spChg>
        <pc:spChg chg="add mod">
          <ac:chgData name="Bill Guo" userId="103f95da-f635-4b8a-a4a2-71c7b42a9854" providerId="ADAL" clId="{4EC3DA5F-8847-4C60-9532-4015A7802353}" dt="2026-05-05T11:54:05.250" v="943"/>
          <ac:spMkLst>
            <pc:docMk/>
            <pc:sldMk cId="241884316" sldId="277"/>
            <ac:spMk id="26" creationId="{ECD01E65-FC4D-46D8-9F46-4F4CFF8D4C23}"/>
          </ac:spMkLst>
        </pc:spChg>
        <pc:spChg chg="add mod">
          <ac:chgData name="Bill Guo" userId="103f95da-f635-4b8a-a4a2-71c7b42a9854" providerId="ADAL" clId="{4EC3DA5F-8847-4C60-9532-4015A7802353}" dt="2026-05-05T11:54:05.253" v="952"/>
          <ac:spMkLst>
            <pc:docMk/>
            <pc:sldMk cId="241884316" sldId="277"/>
            <ac:spMk id="27" creationId="{CEABFF20-1491-4C41-B065-018804384133}"/>
          </ac:spMkLst>
        </pc:spChg>
      </pc:sldChg>
      <pc:sldChg chg="modSp add del mod">
        <pc:chgData name="Bill Guo" userId="103f95da-f635-4b8a-a4a2-71c7b42a9854" providerId="ADAL" clId="{4EC3DA5F-8847-4C60-9532-4015A7802353}" dt="2026-05-05T21:32:11.754" v="2877" actId="47"/>
        <pc:sldMkLst>
          <pc:docMk/>
          <pc:sldMk cId="557400362" sldId="278"/>
        </pc:sldMkLst>
        <pc:spChg chg="mod">
          <ac:chgData name="Bill Guo" userId="103f95da-f635-4b8a-a4a2-71c7b42a9854" providerId="ADAL" clId="{4EC3DA5F-8847-4C60-9532-4015A7802353}" dt="2026-05-05T11:54:43.842" v="956"/>
          <ac:spMkLst>
            <pc:docMk/>
            <pc:sldMk cId="557400362" sldId="278"/>
            <ac:spMk id="5" creationId="{E14A1079-874B-4563-8265-9599865B22B0}"/>
          </ac:spMkLst>
        </pc:spChg>
        <pc:spChg chg="mod">
          <ac:chgData name="Bill Guo" userId="103f95da-f635-4b8a-a4a2-71c7b42a9854" providerId="ADAL" clId="{4EC3DA5F-8847-4C60-9532-4015A7802353}" dt="2026-05-05T11:54:43.842" v="957"/>
          <ac:spMkLst>
            <pc:docMk/>
            <pc:sldMk cId="557400362" sldId="278"/>
            <ac:spMk id="9" creationId="{5ABF2A06-7D5A-4222-ACC8-27954F8DFE74}"/>
          </ac:spMkLst>
        </pc:spChg>
        <pc:spChg chg="mod">
          <ac:chgData name="Bill Guo" userId="103f95da-f635-4b8a-a4a2-71c7b42a9854" providerId="ADAL" clId="{4EC3DA5F-8847-4C60-9532-4015A7802353}" dt="2026-05-05T11:54:43.843" v="958"/>
          <ac:spMkLst>
            <pc:docMk/>
            <pc:sldMk cId="557400362" sldId="278"/>
            <ac:spMk id="13" creationId="{6EB8B656-A355-4642-9697-9B826EA69132}"/>
          </ac:spMkLst>
        </pc:spChg>
        <pc:spChg chg="mod">
          <ac:chgData name="Bill Guo" userId="103f95da-f635-4b8a-a4a2-71c7b42a9854" providerId="ADAL" clId="{4EC3DA5F-8847-4C60-9532-4015A7802353}" dt="2026-05-05T11:54:43.843" v="959"/>
          <ac:spMkLst>
            <pc:docMk/>
            <pc:sldMk cId="557400362" sldId="278"/>
            <ac:spMk id="14" creationId="{CAB6A5EB-F3C2-496B-ADAE-11E018253E4F}"/>
          </ac:spMkLst>
        </pc:spChg>
        <pc:spChg chg="mod">
          <ac:chgData name="Bill Guo" userId="103f95da-f635-4b8a-a4a2-71c7b42a9854" providerId="ADAL" clId="{4EC3DA5F-8847-4C60-9532-4015A7802353}" dt="2026-05-05T11:54:43.843" v="960"/>
          <ac:spMkLst>
            <pc:docMk/>
            <pc:sldMk cId="557400362" sldId="278"/>
            <ac:spMk id="18" creationId="{0D01F23E-5EE6-4000-91A9-85897BF96CFA}"/>
          </ac:spMkLst>
        </pc:spChg>
        <pc:spChg chg="mod">
          <ac:chgData name="Bill Guo" userId="103f95da-f635-4b8a-a4a2-71c7b42a9854" providerId="ADAL" clId="{4EC3DA5F-8847-4C60-9532-4015A7802353}" dt="2026-05-05T11:54:43.844" v="961"/>
          <ac:spMkLst>
            <pc:docMk/>
            <pc:sldMk cId="557400362" sldId="278"/>
            <ac:spMk id="19" creationId="{96B16108-F96D-472F-BDFF-BA8462FB527B}"/>
          </ac:spMkLst>
        </pc:spChg>
        <pc:spChg chg="mod">
          <ac:chgData name="Bill Guo" userId="103f95da-f635-4b8a-a4a2-71c7b42a9854" providerId="ADAL" clId="{4EC3DA5F-8847-4C60-9532-4015A7802353}" dt="2026-05-05T11:54:43.844" v="962"/>
          <ac:spMkLst>
            <pc:docMk/>
            <pc:sldMk cId="557400362" sldId="278"/>
            <ac:spMk id="23" creationId="{5D9C4C02-FEC1-4ED3-A7EC-BFBE31977B6A}"/>
          </ac:spMkLst>
        </pc:spChg>
        <pc:spChg chg="mod">
          <ac:chgData name="Bill Guo" userId="103f95da-f635-4b8a-a4a2-71c7b42a9854" providerId="ADAL" clId="{4EC3DA5F-8847-4C60-9532-4015A7802353}" dt="2026-05-05T11:54:43.844" v="963"/>
          <ac:spMkLst>
            <pc:docMk/>
            <pc:sldMk cId="557400362" sldId="278"/>
            <ac:spMk id="24" creationId="{A6A9C4E7-3746-4E52-A865-C96A9FB8EAF7}"/>
          </ac:spMkLst>
        </pc:spChg>
      </pc:sldChg>
      <pc:sldChg chg="addSp delSp modSp add mod">
        <pc:chgData name="Bill Guo" userId="103f95da-f635-4b8a-a4a2-71c7b42a9854" providerId="ADAL" clId="{4EC3DA5F-8847-4C60-9532-4015A7802353}" dt="2026-05-05T21:19:23.059" v="2194" actId="478"/>
        <pc:sldMkLst>
          <pc:docMk/>
          <pc:sldMk cId="346191250" sldId="279"/>
        </pc:sldMkLst>
        <pc:spChg chg="add del mod">
          <ac:chgData name="Bill Guo" userId="103f95da-f635-4b8a-a4a2-71c7b42a9854" providerId="ADAL" clId="{4EC3DA5F-8847-4C60-9532-4015A7802353}" dt="2026-05-05T21:19:23.059" v="2194" actId="478"/>
          <ac:spMkLst>
            <pc:docMk/>
            <pc:sldMk cId="346191250" sldId="279"/>
            <ac:spMk id="5" creationId="{1D80BEEE-08C5-43F3-9276-191D1E694B50}"/>
          </ac:spMkLst>
        </pc:spChg>
      </pc:sldChg>
      <pc:sldChg chg="modSp add del mod">
        <pc:chgData name="Bill Guo" userId="103f95da-f635-4b8a-a4a2-71c7b42a9854" providerId="ADAL" clId="{4EC3DA5F-8847-4C60-9532-4015A7802353}" dt="2026-05-05T21:23:58.915" v="2240"/>
        <pc:sldMkLst>
          <pc:docMk/>
          <pc:sldMk cId="1161248408" sldId="280"/>
        </pc:sldMkLst>
        <pc:spChg chg="mod">
          <ac:chgData name="Bill Guo" userId="103f95da-f635-4b8a-a4a2-71c7b42a9854" providerId="ADAL" clId="{4EC3DA5F-8847-4C60-9532-4015A7802353}" dt="2026-05-05T16:31:20.655" v="1125"/>
          <ac:spMkLst>
            <pc:docMk/>
            <pc:sldMk cId="1161248408" sldId="280"/>
            <ac:spMk id="3" creationId="{00000000-0000-0000-0000-000000000000}"/>
          </ac:spMkLst>
        </pc:spChg>
        <pc:spChg chg="mod">
          <ac:chgData name="Bill Guo" userId="103f95da-f635-4b8a-a4a2-71c7b42a9854" providerId="ADAL" clId="{4EC3DA5F-8847-4C60-9532-4015A7802353}" dt="2026-05-05T21:23:38.573" v="2198"/>
          <ac:spMkLst>
            <pc:docMk/>
            <pc:sldMk cId="1161248408" sldId="280"/>
            <ac:spMk id="4" creationId="{94EEEC05-6EA7-4D1B-8B7E-19ECA551570D}"/>
          </ac:spMkLst>
        </pc:spChg>
        <pc:spChg chg="mod">
          <ac:chgData name="Bill Guo" userId="103f95da-f635-4b8a-a4a2-71c7b42a9854" providerId="ADAL" clId="{4EC3DA5F-8847-4C60-9532-4015A7802353}" dt="2026-05-05T21:23:38.574" v="2199"/>
          <ac:spMkLst>
            <pc:docMk/>
            <pc:sldMk cId="1161248408" sldId="280"/>
            <ac:spMk id="5" creationId="{DBCA6868-6C16-493A-993A-D63586B1F327}"/>
          </ac:spMkLst>
        </pc:spChg>
        <pc:spChg chg="mod">
          <ac:chgData name="Bill Guo" userId="103f95da-f635-4b8a-a4a2-71c7b42a9854" providerId="ADAL" clId="{4EC3DA5F-8847-4C60-9532-4015A7802353}" dt="2026-05-05T21:23:38.574" v="2200"/>
          <ac:spMkLst>
            <pc:docMk/>
            <pc:sldMk cId="1161248408" sldId="280"/>
            <ac:spMk id="9" creationId="{BB42438F-8297-4BC3-AAED-9F79A5134F46}"/>
          </ac:spMkLst>
        </pc:spChg>
        <pc:spChg chg="mod">
          <ac:chgData name="Bill Guo" userId="103f95da-f635-4b8a-a4a2-71c7b42a9854" providerId="ADAL" clId="{4EC3DA5F-8847-4C60-9532-4015A7802353}" dt="2026-05-05T21:23:38.574" v="2201"/>
          <ac:spMkLst>
            <pc:docMk/>
            <pc:sldMk cId="1161248408" sldId="280"/>
            <ac:spMk id="10" creationId="{B519E971-2E4E-438B-AE59-F09016F35E57}"/>
          </ac:spMkLst>
        </pc:spChg>
        <pc:spChg chg="mod">
          <ac:chgData name="Bill Guo" userId="103f95da-f635-4b8a-a4a2-71c7b42a9854" providerId="ADAL" clId="{4EC3DA5F-8847-4C60-9532-4015A7802353}" dt="2026-05-05T21:23:38.575" v="2203"/>
          <ac:spMkLst>
            <pc:docMk/>
            <pc:sldMk cId="1161248408" sldId="280"/>
            <ac:spMk id="11" creationId="{64555CA4-24B0-464D-9D5E-7774DA9A4A73}"/>
          </ac:spMkLst>
        </pc:spChg>
        <pc:spChg chg="mod">
          <ac:chgData name="Bill Guo" userId="103f95da-f635-4b8a-a4a2-71c7b42a9854" providerId="ADAL" clId="{4EC3DA5F-8847-4C60-9532-4015A7802353}" dt="2026-05-05T21:23:38.575" v="2205"/>
          <ac:spMkLst>
            <pc:docMk/>
            <pc:sldMk cId="1161248408" sldId="280"/>
            <ac:spMk id="12" creationId="{9F4398A7-310E-42BE-88B8-D75965144DE3}"/>
          </ac:spMkLst>
        </pc:spChg>
        <pc:spChg chg="mod">
          <ac:chgData name="Bill Guo" userId="103f95da-f635-4b8a-a4a2-71c7b42a9854" providerId="ADAL" clId="{4EC3DA5F-8847-4C60-9532-4015A7802353}" dt="2026-05-05T21:23:38.575" v="2206"/>
          <ac:spMkLst>
            <pc:docMk/>
            <pc:sldMk cId="1161248408" sldId="280"/>
            <ac:spMk id="13" creationId="{96F326EF-28A4-439E-8D6C-EB7D2A787787}"/>
          </ac:spMkLst>
        </pc:spChg>
        <pc:spChg chg="mod">
          <ac:chgData name="Bill Guo" userId="103f95da-f635-4b8a-a4a2-71c7b42a9854" providerId="ADAL" clId="{4EC3DA5F-8847-4C60-9532-4015A7802353}" dt="2026-05-05T21:23:38.577" v="2207"/>
          <ac:spMkLst>
            <pc:docMk/>
            <pc:sldMk cId="1161248408" sldId="280"/>
            <ac:spMk id="14" creationId="{41E8F88A-AC06-4F3B-B513-F476D3939E08}"/>
          </ac:spMkLst>
        </pc:spChg>
        <pc:spChg chg="mod">
          <ac:chgData name="Bill Guo" userId="103f95da-f635-4b8a-a4a2-71c7b42a9854" providerId="ADAL" clId="{4EC3DA5F-8847-4C60-9532-4015A7802353}" dt="2026-05-05T21:23:38.577" v="2208"/>
          <ac:spMkLst>
            <pc:docMk/>
            <pc:sldMk cId="1161248408" sldId="280"/>
            <ac:spMk id="15" creationId="{853B0688-9488-46DA-BEB9-65B7E77B9737}"/>
          </ac:spMkLst>
        </pc:spChg>
        <pc:spChg chg="mod">
          <ac:chgData name="Bill Guo" userId="103f95da-f635-4b8a-a4a2-71c7b42a9854" providerId="ADAL" clId="{4EC3DA5F-8847-4C60-9532-4015A7802353}" dt="2026-05-05T21:23:38.578" v="2210"/>
          <ac:spMkLst>
            <pc:docMk/>
            <pc:sldMk cId="1161248408" sldId="280"/>
            <ac:spMk id="16" creationId="{F2797532-B72A-4D3B-9845-1136D065F12E}"/>
          </ac:spMkLst>
        </pc:spChg>
        <pc:spChg chg="mod">
          <ac:chgData name="Bill Guo" userId="103f95da-f635-4b8a-a4a2-71c7b42a9854" providerId="ADAL" clId="{4EC3DA5F-8847-4C60-9532-4015A7802353}" dt="2026-05-05T21:23:38.578" v="2212"/>
          <ac:spMkLst>
            <pc:docMk/>
            <pc:sldMk cId="1161248408" sldId="280"/>
            <ac:spMk id="17" creationId="{FAA0DC59-38CC-49EA-88EA-EF600CB8C9E9}"/>
          </ac:spMkLst>
        </pc:spChg>
        <pc:spChg chg="mod">
          <ac:chgData name="Bill Guo" userId="103f95da-f635-4b8a-a4a2-71c7b42a9854" providerId="ADAL" clId="{4EC3DA5F-8847-4C60-9532-4015A7802353}" dt="2026-05-05T21:23:38.578" v="2213"/>
          <ac:spMkLst>
            <pc:docMk/>
            <pc:sldMk cId="1161248408" sldId="280"/>
            <ac:spMk id="18" creationId="{0845D090-5D18-4361-9D2D-B16DEF84ADAA}"/>
          </ac:spMkLst>
        </pc:spChg>
        <pc:spChg chg="mod">
          <ac:chgData name="Bill Guo" userId="103f95da-f635-4b8a-a4a2-71c7b42a9854" providerId="ADAL" clId="{4EC3DA5F-8847-4C60-9532-4015A7802353}" dt="2026-05-05T21:23:38.578" v="2214"/>
          <ac:spMkLst>
            <pc:docMk/>
            <pc:sldMk cId="1161248408" sldId="280"/>
            <ac:spMk id="19" creationId="{6C1FBA1A-99F8-4966-AEE0-184E1F650896}"/>
          </ac:spMkLst>
        </pc:spChg>
        <pc:spChg chg="mod">
          <ac:chgData name="Bill Guo" userId="103f95da-f635-4b8a-a4a2-71c7b42a9854" providerId="ADAL" clId="{4EC3DA5F-8847-4C60-9532-4015A7802353}" dt="2026-05-05T21:23:38.578" v="2215"/>
          <ac:spMkLst>
            <pc:docMk/>
            <pc:sldMk cId="1161248408" sldId="280"/>
            <ac:spMk id="20" creationId="{D6850787-F3A1-456F-8A28-AFA96577EE89}"/>
          </ac:spMkLst>
        </pc:spChg>
        <pc:spChg chg="mod">
          <ac:chgData name="Bill Guo" userId="103f95da-f635-4b8a-a4a2-71c7b42a9854" providerId="ADAL" clId="{4EC3DA5F-8847-4C60-9532-4015A7802353}" dt="2026-05-05T21:23:38.579" v="2217"/>
          <ac:spMkLst>
            <pc:docMk/>
            <pc:sldMk cId="1161248408" sldId="280"/>
            <ac:spMk id="21" creationId="{7FA391AE-9BD1-4E7B-825F-25A078F00FFF}"/>
          </ac:spMkLst>
        </pc:spChg>
        <pc:spChg chg="mod">
          <ac:chgData name="Bill Guo" userId="103f95da-f635-4b8a-a4a2-71c7b42a9854" providerId="ADAL" clId="{4EC3DA5F-8847-4C60-9532-4015A7802353}" dt="2026-05-05T21:23:38.579" v="2219"/>
          <ac:spMkLst>
            <pc:docMk/>
            <pc:sldMk cId="1161248408" sldId="280"/>
            <ac:spMk id="22" creationId="{BBDB1DDE-4557-4008-9D38-D78CE6603D59}"/>
          </ac:spMkLst>
        </pc:spChg>
        <pc:spChg chg="mod">
          <ac:chgData name="Bill Guo" userId="103f95da-f635-4b8a-a4a2-71c7b42a9854" providerId="ADAL" clId="{4EC3DA5F-8847-4C60-9532-4015A7802353}" dt="2026-05-05T21:23:38.580" v="2220"/>
          <ac:spMkLst>
            <pc:docMk/>
            <pc:sldMk cId="1161248408" sldId="280"/>
            <ac:spMk id="23" creationId="{7513B3ED-DA78-45C5-A995-00B77F5EDD9E}"/>
          </ac:spMkLst>
        </pc:spChg>
        <pc:spChg chg="mod">
          <ac:chgData name="Bill Guo" userId="103f95da-f635-4b8a-a4a2-71c7b42a9854" providerId="ADAL" clId="{4EC3DA5F-8847-4C60-9532-4015A7802353}" dt="2026-05-05T21:23:38.580" v="2221"/>
          <ac:spMkLst>
            <pc:docMk/>
            <pc:sldMk cId="1161248408" sldId="280"/>
            <ac:spMk id="24" creationId="{10CC6A49-761B-49AC-8664-43C56AFCB6DF}"/>
          </ac:spMkLst>
        </pc:spChg>
        <pc:spChg chg="mod">
          <ac:chgData name="Bill Guo" userId="103f95da-f635-4b8a-a4a2-71c7b42a9854" providerId="ADAL" clId="{4EC3DA5F-8847-4C60-9532-4015A7802353}" dt="2026-05-05T21:23:38.580" v="2222"/>
          <ac:spMkLst>
            <pc:docMk/>
            <pc:sldMk cId="1161248408" sldId="280"/>
            <ac:spMk id="25" creationId="{DDD31FCB-B5DC-406A-B4FF-6EE0B0CE8C50}"/>
          </ac:spMkLst>
        </pc:spChg>
        <pc:spChg chg="mod">
          <ac:chgData name="Bill Guo" userId="103f95da-f635-4b8a-a4a2-71c7b42a9854" providerId="ADAL" clId="{4EC3DA5F-8847-4C60-9532-4015A7802353}" dt="2026-05-05T21:23:38.581" v="2224"/>
          <ac:spMkLst>
            <pc:docMk/>
            <pc:sldMk cId="1161248408" sldId="280"/>
            <ac:spMk id="26" creationId="{74B737E6-9FAD-41FD-912F-18DE2B3EB0E3}"/>
          </ac:spMkLst>
        </pc:spChg>
        <pc:spChg chg="mod">
          <ac:chgData name="Bill Guo" userId="103f95da-f635-4b8a-a4a2-71c7b42a9854" providerId="ADAL" clId="{4EC3DA5F-8847-4C60-9532-4015A7802353}" dt="2026-05-05T21:23:38.581" v="2226"/>
          <ac:spMkLst>
            <pc:docMk/>
            <pc:sldMk cId="1161248408" sldId="280"/>
            <ac:spMk id="27" creationId="{3176DBB9-D5D6-4F97-A1A4-B3A87C0D56B9}"/>
          </ac:spMkLst>
        </pc:spChg>
        <pc:spChg chg="mod">
          <ac:chgData name="Bill Guo" userId="103f95da-f635-4b8a-a4a2-71c7b42a9854" providerId="ADAL" clId="{4EC3DA5F-8847-4C60-9532-4015A7802353}" dt="2026-05-05T21:23:38.581" v="2227"/>
          <ac:spMkLst>
            <pc:docMk/>
            <pc:sldMk cId="1161248408" sldId="280"/>
            <ac:spMk id="28" creationId="{57C6861E-7A37-4CC9-82D9-9E30C417E626}"/>
          </ac:spMkLst>
        </pc:spChg>
        <pc:spChg chg="mod">
          <ac:chgData name="Bill Guo" userId="103f95da-f635-4b8a-a4a2-71c7b42a9854" providerId="ADAL" clId="{4EC3DA5F-8847-4C60-9532-4015A7802353}" dt="2026-05-05T21:23:38.582" v="2228"/>
          <ac:spMkLst>
            <pc:docMk/>
            <pc:sldMk cId="1161248408" sldId="280"/>
            <ac:spMk id="29" creationId="{743476D8-4C30-4F6F-89E1-7B8292B2E840}"/>
          </ac:spMkLst>
        </pc:spChg>
        <pc:spChg chg="mod">
          <ac:chgData name="Bill Guo" userId="103f95da-f635-4b8a-a4a2-71c7b42a9854" providerId="ADAL" clId="{4EC3DA5F-8847-4C60-9532-4015A7802353}" dt="2026-05-05T21:23:38.582" v="2229"/>
          <ac:spMkLst>
            <pc:docMk/>
            <pc:sldMk cId="1161248408" sldId="280"/>
            <ac:spMk id="30" creationId="{F2760167-AEAA-4EEE-A5BA-3BC599183183}"/>
          </ac:spMkLst>
        </pc:spChg>
        <pc:spChg chg="mod">
          <ac:chgData name="Bill Guo" userId="103f95da-f635-4b8a-a4a2-71c7b42a9854" providerId="ADAL" clId="{4EC3DA5F-8847-4C60-9532-4015A7802353}" dt="2026-05-05T21:23:38.582" v="2231"/>
          <ac:spMkLst>
            <pc:docMk/>
            <pc:sldMk cId="1161248408" sldId="280"/>
            <ac:spMk id="31" creationId="{C321DBD0-7C85-4F31-A050-F67218FA769B}"/>
          </ac:spMkLst>
        </pc:spChg>
        <pc:spChg chg="mod">
          <ac:chgData name="Bill Guo" userId="103f95da-f635-4b8a-a4a2-71c7b42a9854" providerId="ADAL" clId="{4EC3DA5F-8847-4C60-9532-4015A7802353}" dt="2026-05-05T21:23:38.583" v="2233"/>
          <ac:spMkLst>
            <pc:docMk/>
            <pc:sldMk cId="1161248408" sldId="280"/>
            <ac:spMk id="32" creationId="{27842CFD-CAC9-4ED6-8E3D-A8A11C00582C}"/>
          </ac:spMkLst>
        </pc:spChg>
        <pc:spChg chg="mod">
          <ac:chgData name="Bill Guo" userId="103f95da-f635-4b8a-a4a2-71c7b42a9854" providerId="ADAL" clId="{4EC3DA5F-8847-4C60-9532-4015A7802353}" dt="2026-05-05T21:23:38.583" v="2234"/>
          <ac:spMkLst>
            <pc:docMk/>
            <pc:sldMk cId="1161248408" sldId="280"/>
            <ac:spMk id="33" creationId="{560AC47C-32DE-4ABB-93E9-44AA91DD86F2}"/>
          </ac:spMkLst>
        </pc:spChg>
        <pc:spChg chg="mod">
          <ac:chgData name="Bill Guo" userId="103f95da-f635-4b8a-a4a2-71c7b42a9854" providerId="ADAL" clId="{4EC3DA5F-8847-4C60-9532-4015A7802353}" dt="2026-05-05T21:23:38.584" v="2235"/>
          <ac:spMkLst>
            <pc:docMk/>
            <pc:sldMk cId="1161248408" sldId="280"/>
            <ac:spMk id="34" creationId="{1B8C169F-FA22-4413-A716-4D89D65AEDA4}"/>
          </ac:spMkLst>
        </pc:spChg>
        <pc:spChg chg="mod">
          <ac:chgData name="Bill Guo" userId="103f95da-f635-4b8a-a4a2-71c7b42a9854" providerId="ADAL" clId="{4EC3DA5F-8847-4C60-9532-4015A7802353}" dt="2026-05-05T21:23:38.584" v="2236"/>
          <ac:spMkLst>
            <pc:docMk/>
            <pc:sldMk cId="1161248408" sldId="280"/>
            <ac:spMk id="35" creationId="{C0901883-F6B7-4FB1-83D6-DCF8A657C6C3}"/>
          </ac:spMkLst>
        </pc:spChg>
        <pc:spChg chg="mod">
          <ac:chgData name="Bill Guo" userId="103f95da-f635-4b8a-a4a2-71c7b42a9854" providerId="ADAL" clId="{4EC3DA5F-8847-4C60-9532-4015A7802353}" dt="2026-05-05T21:23:38.585" v="2238"/>
          <ac:spMkLst>
            <pc:docMk/>
            <pc:sldMk cId="1161248408" sldId="280"/>
            <ac:spMk id="36" creationId="{89125271-99FF-4558-8942-7A93B46971B6}"/>
          </ac:spMkLst>
        </pc:spChg>
      </pc:sldChg>
      <pc:sldChg chg="addSp modSp add del mod">
        <pc:chgData name="Bill Guo" userId="103f95da-f635-4b8a-a4a2-71c7b42a9854" providerId="ADAL" clId="{4EC3DA5F-8847-4C60-9532-4015A7802353}" dt="2026-05-05T16:27:47.828" v="1055"/>
        <pc:sldMkLst>
          <pc:docMk/>
          <pc:sldMk cId="2073615269" sldId="281"/>
        </pc:sldMkLst>
        <pc:spChg chg="add mod">
          <ac:chgData name="Bill Guo" userId="103f95da-f635-4b8a-a4a2-71c7b42a9854" providerId="ADAL" clId="{4EC3DA5F-8847-4C60-9532-4015A7802353}" dt="2026-05-05T16:27:24.914" v="987"/>
          <ac:spMkLst>
            <pc:docMk/>
            <pc:sldMk cId="2073615269" sldId="281"/>
            <ac:spMk id="4" creationId="{443EEEC5-99D2-41B8-8C67-7A42BCF31AB0}"/>
          </ac:spMkLst>
        </pc:spChg>
        <pc:spChg chg="add mod">
          <ac:chgData name="Bill Guo" userId="103f95da-f635-4b8a-a4a2-71c7b42a9854" providerId="ADAL" clId="{4EC3DA5F-8847-4C60-9532-4015A7802353}" dt="2026-05-05T16:27:24.916" v="997"/>
          <ac:spMkLst>
            <pc:docMk/>
            <pc:sldMk cId="2073615269" sldId="281"/>
            <ac:spMk id="5" creationId="{15734873-E3D5-40B0-A141-6163AC52D8CA}"/>
          </ac:spMkLst>
        </pc:spChg>
        <pc:spChg chg="add mod">
          <ac:chgData name="Bill Guo" userId="103f95da-f635-4b8a-a4a2-71c7b42a9854" providerId="ADAL" clId="{4EC3DA5F-8847-4C60-9532-4015A7802353}" dt="2026-05-05T16:27:24.918" v="1007"/>
          <ac:spMkLst>
            <pc:docMk/>
            <pc:sldMk cId="2073615269" sldId="281"/>
            <ac:spMk id="9" creationId="{97608C41-346C-4B29-9136-003AF7E68096}"/>
          </ac:spMkLst>
        </pc:spChg>
        <pc:spChg chg="add mod">
          <ac:chgData name="Bill Guo" userId="103f95da-f635-4b8a-a4a2-71c7b42a9854" providerId="ADAL" clId="{4EC3DA5F-8847-4C60-9532-4015A7802353}" dt="2026-05-05T16:27:24.919" v="1013"/>
          <ac:spMkLst>
            <pc:docMk/>
            <pc:sldMk cId="2073615269" sldId="281"/>
            <ac:spMk id="10" creationId="{AF22E45E-5D44-44F6-B19E-F6B53C173A1B}"/>
          </ac:spMkLst>
        </pc:spChg>
        <pc:spChg chg="add mod">
          <ac:chgData name="Bill Guo" userId="103f95da-f635-4b8a-a4a2-71c7b42a9854" providerId="ADAL" clId="{4EC3DA5F-8847-4C60-9532-4015A7802353}" dt="2026-05-05T16:27:24.920" v="1018"/>
          <ac:spMkLst>
            <pc:docMk/>
            <pc:sldMk cId="2073615269" sldId="281"/>
            <ac:spMk id="11" creationId="{5D085341-6852-4FA0-88FB-FA16846946E0}"/>
          </ac:spMkLst>
        </pc:spChg>
        <pc:spChg chg="add mod">
          <ac:chgData name="Bill Guo" userId="103f95da-f635-4b8a-a4a2-71c7b42a9854" providerId="ADAL" clId="{4EC3DA5F-8847-4C60-9532-4015A7802353}" dt="2026-05-05T16:27:24.921" v="1028"/>
          <ac:spMkLst>
            <pc:docMk/>
            <pc:sldMk cId="2073615269" sldId="281"/>
            <ac:spMk id="12" creationId="{C006A6CC-3A93-4B0D-BB69-D905687BA99D}"/>
          </ac:spMkLst>
        </pc:spChg>
        <pc:spChg chg="add mod">
          <ac:chgData name="Bill Guo" userId="103f95da-f635-4b8a-a4a2-71c7b42a9854" providerId="ADAL" clId="{4EC3DA5F-8847-4C60-9532-4015A7802353}" dt="2026-05-05T16:27:24.923" v="1038"/>
          <ac:spMkLst>
            <pc:docMk/>
            <pc:sldMk cId="2073615269" sldId="281"/>
            <ac:spMk id="13" creationId="{EC16DE09-CBA9-4E95-858D-D6D078EA56EA}"/>
          </ac:spMkLst>
        </pc:spChg>
        <pc:spChg chg="add mod">
          <ac:chgData name="Bill Guo" userId="103f95da-f635-4b8a-a4a2-71c7b42a9854" providerId="ADAL" clId="{4EC3DA5F-8847-4C60-9532-4015A7802353}" dt="2026-05-05T16:27:24.924" v="1044"/>
          <ac:spMkLst>
            <pc:docMk/>
            <pc:sldMk cId="2073615269" sldId="281"/>
            <ac:spMk id="14" creationId="{E4D6D438-64B8-4E09-B0C4-DAAEFB742D38}"/>
          </ac:spMkLst>
        </pc:spChg>
        <pc:spChg chg="add mod">
          <ac:chgData name="Bill Guo" userId="103f95da-f635-4b8a-a4a2-71c7b42a9854" providerId="ADAL" clId="{4EC3DA5F-8847-4C60-9532-4015A7802353}" dt="2026-05-05T16:27:24.926" v="1053"/>
          <ac:spMkLst>
            <pc:docMk/>
            <pc:sldMk cId="2073615269" sldId="281"/>
            <ac:spMk id="15" creationId="{5D312817-9BB9-4C1D-9EC1-B74D7E87BA9A}"/>
          </ac:spMkLst>
        </pc:spChg>
      </pc:sldChg>
      <pc:sldChg chg="modSp add mod">
        <pc:chgData name="Bill Guo" userId="103f95da-f635-4b8a-a4a2-71c7b42a9854" providerId="ADAL" clId="{4EC3DA5F-8847-4C60-9532-4015A7802353}" dt="2026-05-05T16:32:32.473" v="1129" actId="14100"/>
        <pc:sldMkLst>
          <pc:docMk/>
          <pc:sldMk cId="103192232" sldId="282"/>
        </pc:sldMkLst>
        <pc:spChg chg="mod">
          <ac:chgData name="Bill Guo" userId="103f95da-f635-4b8a-a4a2-71c7b42a9854" providerId="ADAL" clId="{4EC3DA5F-8847-4C60-9532-4015A7802353}" dt="2026-05-05T16:28:06.620" v="1056"/>
          <ac:spMkLst>
            <pc:docMk/>
            <pc:sldMk cId="103192232" sldId="282"/>
            <ac:spMk id="9" creationId="{97608C41-346C-4B29-9136-003AF7E68096}"/>
          </ac:spMkLst>
        </pc:spChg>
        <pc:spChg chg="mod">
          <ac:chgData name="Bill Guo" userId="103f95da-f635-4b8a-a4a2-71c7b42a9854" providerId="ADAL" clId="{4EC3DA5F-8847-4C60-9532-4015A7802353}" dt="2026-05-05T16:32:32.473" v="1129" actId="14100"/>
          <ac:spMkLst>
            <pc:docMk/>
            <pc:sldMk cId="103192232" sldId="282"/>
            <ac:spMk id="10" creationId="{AF22E45E-5D44-44F6-B19E-F6B53C173A1B}"/>
          </ac:spMkLst>
        </pc:spChg>
        <pc:spChg chg="mod">
          <ac:chgData name="Bill Guo" userId="103f95da-f635-4b8a-a4a2-71c7b42a9854" providerId="ADAL" clId="{4EC3DA5F-8847-4C60-9532-4015A7802353}" dt="2026-05-05T16:28:06.621" v="1059"/>
          <ac:spMkLst>
            <pc:docMk/>
            <pc:sldMk cId="103192232" sldId="282"/>
            <ac:spMk id="13" creationId="{EC16DE09-CBA9-4E95-858D-D6D078EA56EA}"/>
          </ac:spMkLst>
        </pc:spChg>
        <pc:spChg chg="mod">
          <ac:chgData name="Bill Guo" userId="103f95da-f635-4b8a-a4a2-71c7b42a9854" providerId="ADAL" clId="{4EC3DA5F-8847-4C60-9532-4015A7802353}" dt="2026-05-05T16:32:28.183" v="1128" actId="14100"/>
          <ac:spMkLst>
            <pc:docMk/>
            <pc:sldMk cId="103192232" sldId="282"/>
            <ac:spMk id="14" creationId="{E4D6D438-64B8-4E09-B0C4-DAAEFB742D38}"/>
          </ac:spMkLst>
        </pc:spChg>
      </pc:sldChg>
      <pc:sldChg chg="addSp modSp add mod">
        <pc:chgData name="Bill Guo" userId="103f95da-f635-4b8a-a4a2-71c7b42a9854" providerId="ADAL" clId="{4EC3DA5F-8847-4C60-9532-4015A7802353}" dt="2026-05-05T16:58:13.536" v="1282" actId="14100"/>
        <pc:sldMkLst>
          <pc:docMk/>
          <pc:sldMk cId="4244060291" sldId="283"/>
        </pc:sldMkLst>
        <pc:spChg chg="mod">
          <ac:chgData name="Bill Guo" userId="103f95da-f635-4b8a-a4a2-71c7b42a9854" providerId="ADAL" clId="{4EC3DA5F-8847-4C60-9532-4015A7802353}" dt="2026-05-05T16:58:13.536" v="1282" actId="14100"/>
          <ac:spMkLst>
            <pc:docMk/>
            <pc:sldMk cId="4244060291" sldId="283"/>
            <ac:spMk id="4" creationId="{00000000-0000-0000-0000-000000000000}"/>
          </ac:spMkLst>
        </pc:spChg>
        <pc:spChg chg="add mod">
          <ac:chgData name="Bill Guo" userId="103f95da-f635-4b8a-a4a2-71c7b42a9854" providerId="ADAL" clId="{4EC3DA5F-8847-4C60-9532-4015A7802353}" dt="2026-05-05T16:39:32.155" v="1180" actId="20577"/>
          <ac:spMkLst>
            <pc:docMk/>
            <pc:sldMk cId="4244060291" sldId="283"/>
            <ac:spMk id="9" creationId="{406A9A3E-63C7-4392-B7BD-23E2A1087052}"/>
          </ac:spMkLst>
        </pc:spChg>
      </pc:sldChg>
      <pc:sldChg chg="add del ord">
        <pc:chgData name="Bill Guo" userId="103f95da-f635-4b8a-a4a2-71c7b42a9854" providerId="ADAL" clId="{4EC3DA5F-8847-4C60-9532-4015A7802353}" dt="2026-05-05T21:18:16.479" v="2181" actId="47"/>
        <pc:sldMkLst>
          <pc:docMk/>
          <pc:sldMk cId="430203087" sldId="284"/>
        </pc:sldMkLst>
      </pc:sldChg>
      <pc:sldChg chg="addSp delSp modSp add mod">
        <pc:chgData name="Bill Guo" userId="103f95da-f635-4b8a-a4a2-71c7b42a9854" providerId="ADAL" clId="{4EC3DA5F-8847-4C60-9532-4015A7802353}" dt="2026-05-06T09:17:04.916" v="3477" actId="1076"/>
        <pc:sldMkLst>
          <pc:docMk/>
          <pc:sldMk cId="942510864" sldId="285"/>
        </pc:sldMkLst>
        <pc:spChg chg="del">
          <ac:chgData name="Bill Guo" userId="103f95da-f635-4b8a-a4a2-71c7b42a9854" providerId="ADAL" clId="{4EC3DA5F-8847-4C60-9532-4015A7802353}" dt="2026-05-05T20:30:29.926" v="1601"/>
          <ac:spMkLst>
            <pc:docMk/>
            <pc:sldMk cId="942510864" sldId="285"/>
            <ac:spMk id="3" creationId="{E91B90DF-6DF0-9E72-7117-1C9650BC6DA0}"/>
          </ac:spMkLst>
        </pc:spChg>
        <pc:spChg chg="del">
          <ac:chgData name="Bill Guo" userId="103f95da-f635-4b8a-a4a2-71c7b42a9854" providerId="ADAL" clId="{4EC3DA5F-8847-4C60-9532-4015A7802353}" dt="2026-05-05T20:30:29.927" v="1602"/>
          <ac:spMkLst>
            <pc:docMk/>
            <pc:sldMk cId="942510864" sldId="285"/>
            <ac:spMk id="4" creationId="{7B74040A-0A41-5064-412A-309C4F0BDA9E}"/>
          </ac:spMkLst>
        </pc:spChg>
        <pc:spChg chg="del">
          <ac:chgData name="Bill Guo" userId="103f95da-f635-4b8a-a4a2-71c7b42a9854" providerId="ADAL" clId="{4EC3DA5F-8847-4C60-9532-4015A7802353}" dt="2026-05-05T20:30:29.927" v="1603"/>
          <ac:spMkLst>
            <pc:docMk/>
            <pc:sldMk cId="942510864" sldId="285"/>
            <ac:spMk id="5" creationId="{BF12F531-5BF0-BDFC-CC89-E57925646B15}"/>
          </ac:spMkLst>
        </pc:spChg>
        <pc:spChg chg="del">
          <ac:chgData name="Bill Guo" userId="103f95da-f635-4b8a-a4a2-71c7b42a9854" providerId="ADAL" clId="{4EC3DA5F-8847-4C60-9532-4015A7802353}" dt="2026-05-05T20:30:29.928" v="1604"/>
          <ac:spMkLst>
            <pc:docMk/>
            <pc:sldMk cId="942510864" sldId="285"/>
            <ac:spMk id="6" creationId="{9D91CF3A-15FE-CBBD-E020-F8449D6768BD}"/>
          </ac:spMkLst>
        </pc:spChg>
        <pc:spChg chg="add mod">
          <ac:chgData name="Bill Guo" userId="103f95da-f635-4b8a-a4a2-71c7b42a9854" providerId="ADAL" clId="{4EC3DA5F-8847-4C60-9532-4015A7802353}" dt="2026-05-05T20:30:58.165" v="1612"/>
          <ac:spMkLst>
            <pc:docMk/>
            <pc:sldMk cId="942510864" sldId="285"/>
            <ac:spMk id="11" creationId="{393DD48A-5A56-4527-91F4-9D550D63DDD0}"/>
          </ac:spMkLst>
        </pc:spChg>
        <pc:spChg chg="add mod">
          <ac:chgData name="Bill Guo" userId="103f95da-f635-4b8a-a4a2-71c7b42a9854" providerId="ADAL" clId="{4EC3DA5F-8847-4C60-9532-4015A7802353}" dt="2026-05-05T20:30:58.168" v="1624"/>
          <ac:spMkLst>
            <pc:docMk/>
            <pc:sldMk cId="942510864" sldId="285"/>
            <ac:spMk id="12" creationId="{EAB58E59-F61D-41F1-B422-B7E3D0E9F12E}"/>
          </ac:spMkLst>
        </pc:spChg>
        <pc:spChg chg="add mod">
          <ac:chgData name="Bill Guo" userId="103f95da-f635-4b8a-a4a2-71c7b42a9854" providerId="ADAL" clId="{4EC3DA5F-8847-4C60-9532-4015A7802353}" dt="2026-05-05T20:30:58.170" v="1634"/>
          <ac:spMkLst>
            <pc:docMk/>
            <pc:sldMk cId="942510864" sldId="285"/>
            <ac:spMk id="13" creationId="{DE6A0921-239F-44B9-A33F-2FD5D1CFB4C6}"/>
          </ac:spMkLst>
        </pc:spChg>
        <pc:spChg chg="add mod">
          <ac:chgData name="Bill Guo" userId="103f95da-f635-4b8a-a4a2-71c7b42a9854" providerId="ADAL" clId="{4EC3DA5F-8847-4C60-9532-4015A7802353}" dt="2026-05-05T20:30:58.170" v="1638"/>
          <ac:spMkLst>
            <pc:docMk/>
            <pc:sldMk cId="942510864" sldId="285"/>
            <ac:spMk id="14" creationId="{6FC161A9-484D-41CA-B2B1-F8AC37FB7CF1}"/>
          </ac:spMkLst>
        </pc:spChg>
        <pc:spChg chg="add mod">
          <ac:chgData name="Bill Guo" userId="103f95da-f635-4b8a-a4a2-71c7b42a9854" providerId="ADAL" clId="{4EC3DA5F-8847-4C60-9532-4015A7802353}" dt="2026-05-05T20:30:58.173" v="1649"/>
          <ac:spMkLst>
            <pc:docMk/>
            <pc:sldMk cId="942510864" sldId="285"/>
            <ac:spMk id="15" creationId="{0E6B5CFA-FCE1-4734-B8CF-A71C70D90F9D}"/>
          </ac:spMkLst>
        </pc:spChg>
        <pc:picChg chg="add mod">
          <ac:chgData name="Bill Guo" userId="103f95da-f635-4b8a-a4a2-71c7b42a9854" providerId="ADAL" clId="{4EC3DA5F-8847-4C60-9532-4015A7802353}" dt="2026-05-06T09:17:04.916" v="3477" actId="1076"/>
          <ac:picMkLst>
            <pc:docMk/>
            <pc:sldMk cId="942510864" sldId="285"/>
            <ac:picMk id="4" creationId="{311B0F1A-3D8B-579F-6406-1E17B8558F17}"/>
          </ac:picMkLst>
        </pc:picChg>
        <pc:picChg chg="add del mod">
          <ac:chgData name="Bill Guo" userId="103f95da-f635-4b8a-a4a2-71c7b42a9854" providerId="ADAL" clId="{4EC3DA5F-8847-4C60-9532-4015A7802353}" dt="2026-05-06T09:16:57.802" v="3472" actId="478"/>
          <ac:picMkLst>
            <pc:docMk/>
            <pc:sldMk cId="942510864" sldId="285"/>
            <ac:picMk id="10" creationId="{FE63ED13-BD0C-0DA5-06E7-DDD624CA6882}"/>
          </ac:picMkLst>
        </pc:picChg>
      </pc:sldChg>
      <pc:sldChg chg="addSp delSp modSp add del mod">
        <pc:chgData name="Bill Guo" userId="103f95da-f635-4b8a-a4a2-71c7b42a9854" providerId="ADAL" clId="{4EC3DA5F-8847-4C60-9532-4015A7802353}" dt="2026-05-06T09:19:54.672" v="3518" actId="14100"/>
        <pc:sldMkLst>
          <pc:docMk/>
          <pc:sldMk cId="4130742" sldId="286"/>
        </pc:sldMkLst>
        <pc:spChg chg="del">
          <ac:chgData name="Bill Guo" userId="103f95da-f635-4b8a-a4a2-71c7b42a9854" providerId="ADAL" clId="{4EC3DA5F-8847-4C60-9532-4015A7802353}" dt="2026-05-05T20:30:20.184" v="1513"/>
          <ac:spMkLst>
            <pc:docMk/>
            <pc:sldMk cId="4130742" sldId="286"/>
            <ac:spMk id="2" creationId="{ED9F55F3-0E4E-8E0C-2507-EC55F720DE25}"/>
          </ac:spMkLst>
        </pc:spChg>
        <pc:spChg chg="del">
          <ac:chgData name="Bill Guo" userId="103f95da-f635-4b8a-a4a2-71c7b42a9854" providerId="ADAL" clId="{4EC3DA5F-8847-4C60-9532-4015A7802353}" dt="2026-05-05T20:30:20.185" v="1514"/>
          <ac:spMkLst>
            <pc:docMk/>
            <pc:sldMk cId="4130742" sldId="286"/>
            <ac:spMk id="3" creationId="{880C1FA6-FD03-EF6F-5272-38BA6861CC93}"/>
          </ac:spMkLst>
        </pc:spChg>
        <pc:spChg chg="del">
          <ac:chgData name="Bill Guo" userId="103f95da-f635-4b8a-a4a2-71c7b42a9854" providerId="ADAL" clId="{4EC3DA5F-8847-4C60-9532-4015A7802353}" dt="2026-05-05T20:30:20.187" v="1515"/>
          <ac:spMkLst>
            <pc:docMk/>
            <pc:sldMk cId="4130742" sldId="286"/>
            <ac:spMk id="4" creationId="{A4001CAA-0FC4-EFE8-519F-AEA5D1D24FFF}"/>
          </ac:spMkLst>
        </pc:spChg>
        <pc:spChg chg="del">
          <ac:chgData name="Bill Guo" userId="103f95da-f635-4b8a-a4a2-71c7b42a9854" providerId="ADAL" clId="{4EC3DA5F-8847-4C60-9532-4015A7802353}" dt="2026-05-05T20:30:20.190" v="1516"/>
          <ac:spMkLst>
            <pc:docMk/>
            <pc:sldMk cId="4130742" sldId="286"/>
            <ac:spMk id="5" creationId="{085B7AFF-9EF5-897B-BD81-E8ACA1D0A1AB}"/>
          </ac:spMkLst>
        </pc:spChg>
        <pc:spChg chg="del">
          <ac:chgData name="Bill Guo" userId="103f95da-f635-4b8a-a4a2-71c7b42a9854" providerId="ADAL" clId="{4EC3DA5F-8847-4C60-9532-4015A7802353}" dt="2026-05-05T20:30:20.191" v="1517"/>
          <ac:spMkLst>
            <pc:docMk/>
            <pc:sldMk cId="4130742" sldId="286"/>
            <ac:spMk id="6" creationId="{F0FC09A1-66FF-F264-B1E8-8254279211AA}"/>
          </ac:spMkLst>
        </pc:spChg>
        <pc:spChg chg="del">
          <ac:chgData name="Bill Guo" userId="103f95da-f635-4b8a-a4a2-71c7b42a9854" providerId="ADAL" clId="{4EC3DA5F-8847-4C60-9532-4015A7802353}" dt="2026-05-05T20:30:20.193" v="1518"/>
          <ac:spMkLst>
            <pc:docMk/>
            <pc:sldMk cId="4130742" sldId="286"/>
            <ac:spMk id="7" creationId="{39C43236-F86A-D3B4-8B67-E79F26DEAD23}"/>
          </ac:spMkLst>
        </pc:spChg>
        <pc:spChg chg="del">
          <ac:chgData name="Bill Guo" userId="103f95da-f635-4b8a-a4a2-71c7b42a9854" providerId="ADAL" clId="{4EC3DA5F-8847-4C60-9532-4015A7802353}" dt="2026-05-05T20:30:20.194" v="1519"/>
          <ac:spMkLst>
            <pc:docMk/>
            <pc:sldMk cId="4130742" sldId="286"/>
            <ac:spMk id="8" creationId="{AD7B6128-2CB6-815E-CA43-FE8600D1C419}"/>
          </ac:spMkLst>
        </pc:spChg>
        <pc:spChg chg="del">
          <ac:chgData name="Bill Guo" userId="103f95da-f635-4b8a-a4a2-71c7b42a9854" providerId="ADAL" clId="{4EC3DA5F-8847-4C60-9532-4015A7802353}" dt="2026-05-05T20:30:20.198" v="1520"/>
          <ac:spMkLst>
            <pc:docMk/>
            <pc:sldMk cId="4130742" sldId="286"/>
            <ac:spMk id="9" creationId="{87073137-9B85-6036-23DA-0024ABEC7917}"/>
          </ac:spMkLst>
        </pc:spChg>
        <pc:spChg chg="del">
          <ac:chgData name="Bill Guo" userId="103f95da-f635-4b8a-a4a2-71c7b42a9854" providerId="ADAL" clId="{4EC3DA5F-8847-4C60-9532-4015A7802353}" dt="2026-05-05T20:30:20.199" v="1521"/>
          <ac:spMkLst>
            <pc:docMk/>
            <pc:sldMk cId="4130742" sldId="286"/>
            <ac:spMk id="10" creationId="{0BC545CC-ACB6-D562-0AB0-DCEB3A275660}"/>
          </ac:spMkLst>
        </pc:spChg>
        <pc:spChg chg="del">
          <ac:chgData name="Bill Guo" userId="103f95da-f635-4b8a-a4a2-71c7b42a9854" providerId="ADAL" clId="{4EC3DA5F-8847-4C60-9532-4015A7802353}" dt="2026-05-05T20:30:20.201" v="1522"/>
          <ac:spMkLst>
            <pc:docMk/>
            <pc:sldMk cId="4130742" sldId="286"/>
            <ac:spMk id="11" creationId="{856EA233-08A2-819C-BA89-441874E97B09}"/>
          </ac:spMkLst>
        </pc:spChg>
        <pc:spChg chg="del">
          <ac:chgData name="Bill Guo" userId="103f95da-f635-4b8a-a4a2-71c7b42a9854" providerId="ADAL" clId="{4EC3DA5F-8847-4C60-9532-4015A7802353}" dt="2026-05-05T20:30:20.203" v="1523"/>
          <ac:spMkLst>
            <pc:docMk/>
            <pc:sldMk cId="4130742" sldId="286"/>
            <ac:spMk id="12" creationId="{835F18A0-1186-497D-66AE-23BABC50094D}"/>
          </ac:spMkLst>
        </pc:spChg>
        <pc:spChg chg="del">
          <ac:chgData name="Bill Guo" userId="103f95da-f635-4b8a-a4a2-71c7b42a9854" providerId="ADAL" clId="{4EC3DA5F-8847-4C60-9532-4015A7802353}" dt="2026-05-05T20:30:20.204" v="1524"/>
          <ac:spMkLst>
            <pc:docMk/>
            <pc:sldMk cId="4130742" sldId="286"/>
            <ac:spMk id="13" creationId="{A6107A7E-9C0A-3CDF-E278-3BDC7A3708BD}"/>
          </ac:spMkLst>
        </pc:spChg>
        <pc:spChg chg="del">
          <ac:chgData name="Bill Guo" userId="103f95da-f635-4b8a-a4a2-71c7b42a9854" providerId="ADAL" clId="{4EC3DA5F-8847-4C60-9532-4015A7802353}" dt="2026-05-05T20:30:20.206" v="1525"/>
          <ac:spMkLst>
            <pc:docMk/>
            <pc:sldMk cId="4130742" sldId="286"/>
            <ac:spMk id="14" creationId="{3A217346-7161-2185-C104-C4BD9078A773}"/>
          </ac:spMkLst>
        </pc:spChg>
        <pc:spChg chg="del">
          <ac:chgData name="Bill Guo" userId="103f95da-f635-4b8a-a4a2-71c7b42a9854" providerId="ADAL" clId="{4EC3DA5F-8847-4C60-9532-4015A7802353}" dt="2026-05-05T20:30:20.208" v="1526"/>
          <ac:spMkLst>
            <pc:docMk/>
            <pc:sldMk cId="4130742" sldId="286"/>
            <ac:spMk id="15" creationId="{8CCA97FC-A72C-D164-7E4F-2566AD7090DD}"/>
          </ac:spMkLst>
        </pc:spChg>
        <pc:spChg chg="del">
          <ac:chgData name="Bill Guo" userId="103f95da-f635-4b8a-a4a2-71c7b42a9854" providerId="ADAL" clId="{4EC3DA5F-8847-4C60-9532-4015A7802353}" dt="2026-05-05T20:30:20.210" v="1527"/>
          <ac:spMkLst>
            <pc:docMk/>
            <pc:sldMk cId="4130742" sldId="286"/>
            <ac:spMk id="16" creationId="{402DE559-B284-C198-A075-EFBB503542DE}"/>
          </ac:spMkLst>
        </pc:spChg>
        <pc:spChg chg="del">
          <ac:chgData name="Bill Guo" userId="103f95da-f635-4b8a-a4a2-71c7b42a9854" providerId="ADAL" clId="{4EC3DA5F-8847-4C60-9532-4015A7802353}" dt="2026-05-05T20:30:20.212" v="1528"/>
          <ac:spMkLst>
            <pc:docMk/>
            <pc:sldMk cId="4130742" sldId="286"/>
            <ac:spMk id="17" creationId="{85135AB1-856D-DD32-28E9-63720A2577DB}"/>
          </ac:spMkLst>
        </pc:spChg>
        <pc:spChg chg="del">
          <ac:chgData name="Bill Guo" userId="103f95da-f635-4b8a-a4a2-71c7b42a9854" providerId="ADAL" clId="{4EC3DA5F-8847-4C60-9532-4015A7802353}" dt="2026-05-05T20:30:20.214" v="1529"/>
          <ac:spMkLst>
            <pc:docMk/>
            <pc:sldMk cId="4130742" sldId="286"/>
            <ac:spMk id="18" creationId="{731C139A-41A4-8656-4620-C9BEF07B548F}"/>
          </ac:spMkLst>
        </pc:spChg>
        <pc:spChg chg="del">
          <ac:chgData name="Bill Guo" userId="103f95da-f635-4b8a-a4a2-71c7b42a9854" providerId="ADAL" clId="{4EC3DA5F-8847-4C60-9532-4015A7802353}" dt="2026-05-05T20:30:20.215" v="1530"/>
          <ac:spMkLst>
            <pc:docMk/>
            <pc:sldMk cId="4130742" sldId="286"/>
            <ac:spMk id="19" creationId="{58C25723-F43C-5F2F-1A52-5074B8149035}"/>
          </ac:spMkLst>
        </pc:spChg>
        <pc:spChg chg="del">
          <ac:chgData name="Bill Guo" userId="103f95da-f635-4b8a-a4a2-71c7b42a9854" providerId="ADAL" clId="{4EC3DA5F-8847-4C60-9532-4015A7802353}" dt="2026-05-05T20:30:20.218" v="1531"/>
          <ac:spMkLst>
            <pc:docMk/>
            <pc:sldMk cId="4130742" sldId="286"/>
            <ac:spMk id="20" creationId="{0D979105-13D2-497E-22D3-9799E446FCEA}"/>
          </ac:spMkLst>
        </pc:spChg>
        <pc:spChg chg="del">
          <ac:chgData name="Bill Guo" userId="103f95da-f635-4b8a-a4a2-71c7b42a9854" providerId="ADAL" clId="{4EC3DA5F-8847-4C60-9532-4015A7802353}" dt="2026-05-05T20:30:20.220" v="1532"/>
          <ac:spMkLst>
            <pc:docMk/>
            <pc:sldMk cId="4130742" sldId="286"/>
            <ac:spMk id="21" creationId="{EB3D6F61-19EB-E36C-F8DF-C3C3308439F8}"/>
          </ac:spMkLst>
        </pc:spChg>
        <pc:spChg chg="del">
          <ac:chgData name="Bill Guo" userId="103f95da-f635-4b8a-a4a2-71c7b42a9854" providerId="ADAL" clId="{4EC3DA5F-8847-4C60-9532-4015A7802353}" dt="2026-05-05T20:30:20.222" v="1533"/>
          <ac:spMkLst>
            <pc:docMk/>
            <pc:sldMk cId="4130742" sldId="286"/>
            <ac:spMk id="22" creationId="{8AEFE452-A5AB-FE36-D6D3-683807B0B2D8}"/>
          </ac:spMkLst>
        </pc:spChg>
        <pc:spChg chg="del">
          <ac:chgData name="Bill Guo" userId="103f95da-f635-4b8a-a4a2-71c7b42a9854" providerId="ADAL" clId="{4EC3DA5F-8847-4C60-9532-4015A7802353}" dt="2026-05-05T20:30:20.224" v="1534"/>
          <ac:spMkLst>
            <pc:docMk/>
            <pc:sldMk cId="4130742" sldId="286"/>
            <ac:spMk id="23" creationId="{CD7327BE-C1FA-70E0-87B2-3333F7B9D002}"/>
          </ac:spMkLst>
        </pc:spChg>
        <pc:spChg chg="del">
          <ac:chgData name="Bill Guo" userId="103f95da-f635-4b8a-a4a2-71c7b42a9854" providerId="ADAL" clId="{4EC3DA5F-8847-4C60-9532-4015A7802353}" dt="2026-05-05T20:30:20.226" v="1535"/>
          <ac:spMkLst>
            <pc:docMk/>
            <pc:sldMk cId="4130742" sldId="286"/>
            <ac:spMk id="24" creationId="{90FDE582-BBA0-2F4E-5B07-0EDBEE21F882}"/>
          </ac:spMkLst>
        </pc:spChg>
        <pc:spChg chg="del">
          <ac:chgData name="Bill Guo" userId="103f95da-f635-4b8a-a4a2-71c7b42a9854" providerId="ADAL" clId="{4EC3DA5F-8847-4C60-9532-4015A7802353}" dt="2026-05-05T20:30:20.228" v="1536"/>
          <ac:spMkLst>
            <pc:docMk/>
            <pc:sldMk cId="4130742" sldId="286"/>
            <ac:spMk id="25" creationId="{A3014E82-DF15-F992-AC6D-B45DB7E2568B}"/>
          </ac:spMkLst>
        </pc:spChg>
        <pc:spChg chg="del">
          <ac:chgData name="Bill Guo" userId="103f95da-f635-4b8a-a4a2-71c7b42a9854" providerId="ADAL" clId="{4EC3DA5F-8847-4C60-9532-4015A7802353}" dt="2026-05-05T20:30:20.231" v="1537"/>
          <ac:spMkLst>
            <pc:docMk/>
            <pc:sldMk cId="4130742" sldId="286"/>
            <ac:spMk id="26" creationId="{D8E9387D-35C5-CAC6-E4EC-23FBA1A811ED}"/>
          </ac:spMkLst>
        </pc:spChg>
        <pc:spChg chg="del">
          <ac:chgData name="Bill Guo" userId="103f95da-f635-4b8a-a4a2-71c7b42a9854" providerId="ADAL" clId="{4EC3DA5F-8847-4C60-9532-4015A7802353}" dt="2026-05-05T20:30:20.233" v="1538"/>
          <ac:spMkLst>
            <pc:docMk/>
            <pc:sldMk cId="4130742" sldId="286"/>
            <ac:spMk id="27" creationId="{38BF84D1-F693-BB96-4D24-5923EE3C7679}"/>
          </ac:spMkLst>
        </pc:spChg>
        <pc:spChg chg="del">
          <ac:chgData name="Bill Guo" userId="103f95da-f635-4b8a-a4a2-71c7b42a9854" providerId="ADAL" clId="{4EC3DA5F-8847-4C60-9532-4015A7802353}" dt="2026-05-05T20:30:20.178" v="1509"/>
          <ac:spMkLst>
            <pc:docMk/>
            <pc:sldMk cId="4130742" sldId="286"/>
            <ac:spMk id="30" creationId="{F2A43078-4DC4-9EBF-ACC5-E9D0BEE4ABCB}"/>
          </ac:spMkLst>
        </pc:spChg>
        <pc:spChg chg="del">
          <ac:chgData name="Bill Guo" userId="103f95da-f635-4b8a-a4a2-71c7b42a9854" providerId="ADAL" clId="{4EC3DA5F-8847-4C60-9532-4015A7802353}" dt="2026-05-05T20:30:20.179" v="1510"/>
          <ac:spMkLst>
            <pc:docMk/>
            <pc:sldMk cId="4130742" sldId="286"/>
            <ac:spMk id="31" creationId="{C9F59745-2A44-60E8-BB22-A13D93BFE07C}"/>
          </ac:spMkLst>
        </pc:spChg>
        <pc:spChg chg="del">
          <ac:chgData name="Bill Guo" userId="103f95da-f635-4b8a-a4a2-71c7b42a9854" providerId="ADAL" clId="{4EC3DA5F-8847-4C60-9532-4015A7802353}" dt="2026-05-05T20:30:20.179" v="1511"/>
          <ac:spMkLst>
            <pc:docMk/>
            <pc:sldMk cId="4130742" sldId="286"/>
            <ac:spMk id="32" creationId="{B43FF0D8-E7D6-5652-F6C8-25E86FA315CE}"/>
          </ac:spMkLst>
        </pc:spChg>
        <pc:spChg chg="del">
          <ac:chgData name="Bill Guo" userId="103f95da-f635-4b8a-a4a2-71c7b42a9854" providerId="ADAL" clId="{4EC3DA5F-8847-4C60-9532-4015A7802353}" dt="2026-05-05T20:30:20.179" v="1512"/>
          <ac:spMkLst>
            <pc:docMk/>
            <pc:sldMk cId="4130742" sldId="286"/>
            <ac:spMk id="33" creationId="{DC5D76D9-4B21-D072-6373-A00D303FE12D}"/>
          </ac:spMkLst>
        </pc:spChg>
        <pc:spChg chg="add mod">
          <ac:chgData name="Bill Guo" userId="103f95da-f635-4b8a-a4a2-71c7b42a9854" providerId="ADAL" clId="{4EC3DA5F-8847-4C60-9532-4015A7802353}" dt="2026-05-05T20:30:58.191" v="1702"/>
          <ac:spMkLst>
            <pc:docMk/>
            <pc:sldMk cId="4130742" sldId="286"/>
            <ac:spMk id="42" creationId="{726F4706-6B6C-4CE7-BCD7-938955407E4C}"/>
          </ac:spMkLst>
        </pc:spChg>
        <pc:spChg chg="add mod">
          <ac:chgData name="Bill Guo" userId="103f95da-f635-4b8a-a4a2-71c7b42a9854" providerId="ADAL" clId="{4EC3DA5F-8847-4C60-9532-4015A7802353}" dt="2026-05-05T20:30:58.194" v="1714"/>
          <ac:spMkLst>
            <pc:docMk/>
            <pc:sldMk cId="4130742" sldId="286"/>
            <ac:spMk id="43" creationId="{8B468387-FB88-42C1-8700-CBFC924F7EDC}"/>
          </ac:spMkLst>
        </pc:spChg>
        <pc:spChg chg="add mod">
          <ac:chgData name="Bill Guo" userId="103f95da-f635-4b8a-a4a2-71c7b42a9854" providerId="ADAL" clId="{4EC3DA5F-8847-4C60-9532-4015A7802353}" dt="2026-05-05T20:30:58.196" v="1724"/>
          <ac:spMkLst>
            <pc:docMk/>
            <pc:sldMk cId="4130742" sldId="286"/>
            <ac:spMk id="44" creationId="{981BF989-D9C1-435E-91E0-B53ABE344873}"/>
          </ac:spMkLst>
        </pc:spChg>
        <pc:spChg chg="add mod">
          <ac:chgData name="Bill Guo" userId="103f95da-f635-4b8a-a4a2-71c7b42a9854" providerId="ADAL" clId="{4EC3DA5F-8847-4C60-9532-4015A7802353}" dt="2026-05-05T20:30:58.196" v="1728"/>
          <ac:spMkLst>
            <pc:docMk/>
            <pc:sldMk cId="4130742" sldId="286"/>
            <ac:spMk id="45" creationId="{23AD1636-96BB-41DB-A0D3-C83E892BB10B}"/>
          </ac:spMkLst>
        </pc:spChg>
        <pc:spChg chg="add mod">
          <ac:chgData name="Bill Guo" userId="103f95da-f635-4b8a-a4a2-71c7b42a9854" providerId="ADAL" clId="{4EC3DA5F-8847-4C60-9532-4015A7802353}" dt="2026-05-05T20:30:58.199" v="1739"/>
          <ac:spMkLst>
            <pc:docMk/>
            <pc:sldMk cId="4130742" sldId="286"/>
            <ac:spMk id="46" creationId="{01EF1C55-B7BB-4638-9E72-1AC793C30265}"/>
          </ac:spMkLst>
        </pc:spChg>
        <pc:picChg chg="add mod">
          <ac:chgData name="Bill Guo" userId="103f95da-f635-4b8a-a4a2-71c7b42a9854" providerId="ADAL" clId="{4EC3DA5F-8847-4C60-9532-4015A7802353}" dt="2026-05-06T09:19:29.445" v="3508" actId="1076"/>
          <ac:picMkLst>
            <pc:docMk/>
            <pc:sldMk cId="4130742" sldId="286"/>
            <ac:picMk id="3" creationId="{AD845782-F4CF-4E90-3CF4-C9D937D432CE}"/>
          </ac:picMkLst>
        </pc:picChg>
        <pc:picChg chg="add del mod">
          <ac:chgData name="Bill Guo" userId="103f95da-f635-4b8a-a4a2-71c7b42a9854" providerId="ADAL" clId="{4EC3DA5F-8847-4C60-9532-4015A7802353}" dt="2026-05-06T09:19:40.783" v="3513" actId="478"/>
          <ac:picMkLst>
            <pc:docMk/>
            <pc:sldMk cId="4130742" sldId="286"/>
            <ac:picMk id="5" creationId="{BA76C439-EC34-8703-1621-C7341A5BB2B7}"/>
          </ac:picMkLst>
        </pc:picChg>
        <pc:picChg chg="add mod">
          <ac:chgData name="Bill Guo" userId="103f95da-f635-4b8a-a4a2-71c7b42a9854" providerId="ADAL" clId="{4EC3DA5F-8847-4C60-9532-4015A7802353}" dt="2026-05-06T09:19:34.216" v="3511" actId="1076"/>
          <ac:picMkLst>
            <pc:docMk/>
            <pc:sldMk cId="4130742" sldId="286"/>
            <ac:picMk id="7" creationId="{D51C39CC-6CB6-E7DA-D431-C00A94D117F4}"/>
          </ac:picMkLst>
        </pc:picChg>
        <pc:picChg chg="add mod">
          <ac:chgData name="Bill Guo" userId="103f95da-f635-4b8a-a4a2-71c7b42a9854" providerId="ADAL" clId="{4EC3DA5F-8847-4C60-9532-4015A7802353}" dt="2026-05-06T09:19:54.672" v="3518" actId="14100"/>
          <ac:picMkLst>
            <pc:docMk/>
            <pc:sldMk cId="4130742" sldId="286"/>
            <ac:picMk id="9" creationId="{E29F657D-A14F-9929-7421-5125D1C88884}"/>
          </ac:picMkLst>
        </pc:picChg>
        <pc:picChg chg="del">
          <ac:chgData name="Bill Guo" userId="103f95da-f635-4b8a-a4a2-71c7b42a9854" providerId="ADAL" clId="{4EC3DA5F-8847-4C60-9532-4015A7802353}" dt="2026-05-05T20:30:20.178" v="1508"/>
          <ac:picMkLst>
            <pc:docMk/>
            <pc:sldMk cId="4130742" sldId="286"/>
            <ac:picMk id="29" creationId="{9FE0B8AD-F4C7-1985-2512-2541B55B675D}"/>
          </ac:picMkLst>
        </pc:picChg>
        <pc:picChg chg="del">
          <ac:chgData name="Bill Guo" userId="103f95da-f635-4b8a-a4a2-71c7b42a9854" providerId="ADAL" clId="{4EC3DA5F-8847-4C60-9532-4015A7802353}" dt="2026-05-05T20:15:11.493" v="1291" actId="478"/>
          <ac:picMkLst>
            <pc:docMk/>
            <pc:sldMk cId="4130742" sldId="286"/>
            <ac:picMk id="36" creationId="{F7E02D5D-CFD4-A4D7-5408-5E0CBAF8DDE7}"/>
          </ac:picMkLst>
        </pc:picChg>
        <pc:picChg chg="add del mod">
          <ac:chgData name="Bill Guo" userId="103f95da-f635-4b8a-a4a2-71c7b42a9854" providerId="ADAL" clId="{4EC3DA5F-8847-4C60-9532-4015A7802353}" dt="2026-05-06T09:18:37.218" v="3489" actId="478"/>
          <ac:picMkLst>
            <pc:docMk/>
            <pc:sldMk cId="4130742" sldId="286"/>
            <ac:picMk id="37" creationId="{D1EAD838-6876-50EB-01FC-3838A311550F}"/>
          </ac:picMkLst>
        </pc:picChg>
        <pc:picChg chg="add del">
          <ac:chgData name="Bill Guo" userId="103f95da-f635-4b8a-a4a2-71c7b42a9854" providerId="ADAL" clId="{4EC3DA5F-8847-4C60-9532-4015A7802353}" dt="2026-05-05T20:19:44.266" v="1320" actId="22"/>
          <ac:picMkLst>
            <pc:docMk/>
            <pc:sldMk cId="4130742" sldId="286"/>
            <ac:picMk id="39" creationId="{F50F79B4-C7DF-9551-C632-A170BEC1AD34}"/>
          </ac:picMkLst>
        </pc:picChg>
        <pc:picChg chg="add del mod">
          <ac:chgData name="Bill Guo" userId="103f95da-f635-4b8a-a4a2-71c7b42a9854" providerId="ADAL" clId="{4EC3DA5F-8847-4C60-9532-4015A7802353}" dt="2026-05-05T20:19:53.430" v="1324" actId="21"/>
          <ac:picMkLst>
            <pc:docMk/>
            <pc:sldMk cId="4130742" sldId="286"/>
            <ac:picMk id="41" creationId="{4207B003-7E5B-1FC1-E845-3A5562A594DB}"/>
          </ac:picMkLst>
        </pc:picChg>
      </pc:sldChg>
      <pc:sldChg chg="add del setBg">
        <pc:chgData name="Bill Guo" userId="103f95da-f635-4b8a-a4a2-71c7b42a9854" providerId="ADAL" clId="{4EC3DA5F-8847-4C60-9532-4015A7802353}" dt="2026-05-05T20:14:26.252" v="1288" actId="47"/>
        <pc:sldMkLst>
          <pc:docMk/>
          <pc:sldMk cId="1408273030" sldId="286"/>
        </pc:sldMkLst>
      </pc:sldChg>
      <pc:sldChg chg="addSp delSp modSp add del mod">
        <pc:chgData name="Bill Guo" userId="103f95da-f635-4b8a-a4a2-71c7b42a9854" providerId="ADAL" clId="{4EC3DA5F-8847-4C60-9532-4015A7802353}" dt="2026-05-06T13:31:11.983" v="3990" actId="14100"/>
        <pc:sldMkLst>
          <pc:docMk/>
          <pc:sldMk cId="3484342436" sldId="287"/>
        </pc:sldMkLst>
        <pc:spChg chg="del">
          <ac:chgData name="Bill Guo" userId="103f95da-f635-4b8a-a4a2-71c7b42a9854" providerId="ADAL" clId="{4EC3DA5F-8847-4C60-9532-4015A7802353}" dt="2026-05-05T20:30:20.242" v="1544"/>
          <ac:spMkLst>
            <pc:docMk/>
            <pc:sldMk cId="3484342436" sldId="287"/>
            <ac:spMk id="2" creationId="{01A75DE1-578E-B2C8-74E5-920B5FC3514A}"/>
          </ac:spMkLst>
        </pc:spChg>
        <pc:spChg chg="del">
          <ac:chgData name="Bill Guo" userId="103f95da-f635-4b8a-a4a2-71c7b42a9854" providerId="ADAL" clId="{4EC3DA5F-8847-4C60-9532-4015A7802353}" dt="2026-05-05T20:30:20.245" v="1545"/>
          <ac:spMkLst>
            <pc:docMk/>
            <pc:sldMk cId="3484342436" sldId="287"/>
            <ac:spMk id="3" creationId="{6D105166-DBC5-7F2E-4FD1-CA743E351FBD}"/>
          </ac:spMkLst>
        </pc:spChg>
        <pc:spChg chg="del">
          <ac:chgData name="Bill Guo" userId="103f95da-f635-4b8a-a4a2-71c7b42a9854" providerId="ADAL" clId="{4EC3DA5F-8847-4C60-9532-4015A7802353}" dt="2026-05-05T20:30:20.248" v="1546"/>
          <ac:spMkLst>
            <pc:docMk/>
            <pc:sldMk cId="3484342436" sldId="287"/>
            <ac:spMk id="4" creationId="{A47B325C-3FB0-24D6-BB52-87DEAE942FEB}"/>
          </ac:spMkLst>
        </pc:spChg>
        <pc:spChg chg="del">
          <ac:chgData name="Bill Guo" userId="103f95da-f635-4b8a-a4a2-71c7b42a9854" providerId="ADAL" clId="{4EC3DA5F-8847-4C60-9532-4015A7802353}" dt="2026-05-05T20:30:20.251" v="1547"/>
          <ac:spMkLst>
            <pc:docMk/>
            <pc:sldMk cId="3484342436" sldId="287"/>
            <ac:spMk id="5" creationId="{7FC87EB7-7C7A-5BF6-42B4-0C4C998C1944}"/>
          </ac:spMkLst>
        </pc:spChg>
        <pc:spChg chg="del">
          <ac:chgData name="Bill Guo" userId="103f95da-f635-4b8a-a4a2-71c7b42a9854" providerId="ADAL" clId="{4EC3DA5F-8847-4C60-9532-4015A7802353}" dt="2026-05-05T20:30:20.252" v="1548"/>
          <ac:spMkLst>
            <pc:docMk/>
            <pc:sldMk cId="3484342436" sldId="287"/>
            <ac:spMk id="6" creationId="{DC4BDC32-C3C9-3FAD-8ADF-376EA46F1BEB}"/>
          </ac:spMkLst>
        </pc:spChg>
        <pc:spChg chg="del">
          <ac:chgData name="Bill Guo" userId="103f95da-f635-4b8a-a4a2-71c7b42a9854" providerId="ADAL" clId="{4EC3DA5F-8847-4C60-9532-4015A7802353}" dt="2026-05-05T20:30:20.253" v="1549"/>
          <ac:spMkLst>
            <pc:docMk/>
            <pc:sldMk cId="3484342436" sldId="287"/>
            <ac:spMk id="7" creationId="{B28FC217-2161-BF5A-E391-C63DB9E94122}"/>
          </ac:spMkLst>
        </pc:spChg>
        <pc:spChg chg="del">
          <ac:chgData name="Bill Guo" userId="103f95da-f635-4b8a-a4a2-71c7b42a9854" providerId="ADAL" clId="{4EC3DA5F-8847-4C60-9532-4015A7802353}" dt="2026-05-05T20:30:20.257" v="1550"/>
          <ac:spMkLst>
            <pc:docMk/>
            <pc:sldMk cId="3484342436" sldId="287"/>
            <ac:spMk id="8" creationId="{65EAA958-40C9-82C3-AC00-081C5C3BB7DE}"/>
          </ac:spMkLst>
        </pc:spChg>
        <pc:spChg chg="del">
          <ac:chgData name="Bill Guo" userId="103f95da-f635-4b8a-a4a2-71c7b42a9854" providerId="ADAL" clId="{4EC3DA5F-8847-4C60-9532-4015A7802353}" dt="2026-05-05T20:30:20.260" v="1551"/>
          <ac:spMkLst>
            <pc:docMk/>
            <pc:sldMk cId="3484342436" sldId="287"/>
            <ac:spMk id="9" creationId="{39B66451-21DC-41BE-4E75-4CBB35D6D297}"/>
          </ac:spMkLst>
        </pc:spChg>
        <pc:spChg chg="del">
          <ac:chgData name="Bill Guo" userId="103f95da-f635-4b8a-a4a2-71c7b42a9854" providerId="ADAL" clId="{4EC3DA5F-8847-4C60-9532-4015A7802353}" dt="2026-05-05T20:30:20.261" v="1552"/>
          <ac:spMkLst>
            <pc:docMk/>
            <pc:sldMk cId="3484342436" sldId="287"/>
            <ac:spMk id="10" creationId="{CBD300B8-1418-6195-169E-559B2468504C}"/>
          </ac:spMkLst>
        </pc:spChg>
        <pc:spChg chg="del">
          <ac:chgData name="Bill Guo" userId="103f95da-f635-4b8a-a4a2-71c7b42a9854" providerId="ADAL" clId="{4EC3DA5F-8847-4C60-9532-4015A7802353}" dt="2026-05-05T20:30:20.263" v="1553"/>
          <ac:spMkLst>
            <pc:docMk/>
            <pc:sldMk cId="3484342436" sldId="287"/>
            <ac:spMk id="11" creationId="{5483A55A-F571-05BD-2035-B4A659698AC3}"/>
          </ac:spMkLst>
        </pc:spChg>
        <pc:spChg chg="del">
          <ac:chgData name="Bill Guo" userId="103f95da-f635-4b8a-a4a2-71c7b42a9854" providerId="ADAL" clId="{4EC3DA5F-8847-4C60-9532-4015A7802353}" dt="2026-05-05T20:30:20.265" v="1554"/>
          <ac:spMkLst>
            <pc:docMk/>
            <pc:sldMk cId="3484342436" sldId="287"/>
            <ac:spMk id="12" creationId="{C2D14546-891B-DE56-3573-DE0D9DA92492}"/>
          </ac:spMkLst>
        </pc:spChg>
        <pc:spChg chg="del">
          <ac:chgData name="Bill Guo" userId="103f95da-f635-4b8a-a4a2-71c7b42a9854" providerId="ADAL" clId="{4EC3DA5F-8847-4C60-9532-4015A7802353}" dt="2026-05-05T20:30:20.266" v="1555"/>
          <ac:spMkLst>
            <pc:docMk/>
            <pc:sldMk cId="3484342436" sldId="287"/>
            <ac:spMk id="13" creationId="{0B224E73-4598-FE60-DA2B-649E46BECCEB}"/>
          </ac:spMkLst>
        </pc:spChg>
        <pc:spChg chg="del">
          <ac:chgData name="Bill Guo" userId="103f95da-f635-4b8a-a4a2-71c7b42a9854" providerId="ADAL" clId="{4EC3DA5F-8847-4C60-9532-4015A7802353}" dt="2026-05-05T20:30:20.269" v="1556"/>
          <ac:spMkLst>
            <pc:docMk/>
            <pc:sldMk cId="3484342436" sldId="287"/>
            <ac:spMk id="14" creationId="{1D492091-D3FF-9F92-EB8A-D59DE114B1CB}"/>
          </ac:spMkLst>
        </pc:spChg>
        <pc:spChg chg="del">
          <ac:chgData name="Bill Guo" userId="103f95da-f635-4b8a-a4a2-71c7b42a9854" providerId="ADAL" clId="{4EC3DA5F-8847-4C60-9532-4015A7802353}" dt="2026-05-05T20:30:20.271" v="1557"/>
          <ac:spMkLst>
            <pc:docMk/>
            <pc:sldMk cId="3484342436" sldId="287"/>
            <ac:spMk id="15" creationId="{D5EA61C1-C84F-38F7-DD7B-3D021FFA6885}"/>
          </ac:spMkLst>
        </pc:spChg>
        <pc:spChg chg="del">
          <ac:chgData name="Bill Guo" userId="103f95da-f635-4b8a-a4a2-71c7b42a9854" providerId="ADAL" clId="{4EC3DA5F-8847-4C60-9532-4015A7802353}" dt="2026-05-05T20:30:20.273" v="1558"/>
          <ac:spMkLst>
            <pc:docMk/>
            <pc:sldMk cId="3484342436" sldId="287"/>
            <ac:spMk id="16" creationId="{6C3EF339-AADF-5EF9-FD76-31DC87DC5809}"/>
          </ac:spMkLst>
        </pc:spChg>
        <pc:spChg chg="del">
          <ac:chgData name="Bill Guo" userId="103f95da-f635-4b8a-a4a2-71c7b42a9854" providerId="ADAL" clId="{4EC3DA5F-8847-4C60-9532-4015A7802353}" dt="2026-05-05T20:30:20.274" v="1559"/>
          <ac:spMkLst>
            <pc:docMk/>
            <pc:sldMk cId="3484342436" sldId="287"/>
            <ac:spMk id="17" creationId="{90B4FE53-0E43-1443-B784-698B1A73FB97}"/>
          </ac:spMkLst>
        </pc:spChg>
        <pc:spChg chg="del">
          <ac:chgData name="Bill Guo" userId="103f95da-f635-4b8a-a4a2-71c7b42a9854" providerId="ADAL" clId="{4EC3DA5F-8847-4C60-9532-4015A7802353}" dt="2026-05-05T20:30:20.275" v="1560"/>
          <ac:spMkLst>
            <pc:docMk/>
            <pc:sldMk cId="3484342436" sldId="287"/>
            <ac:spMk id="18" creationId="{AC6B6BB0-134E-C536-7C50-B4F7CFEE6A9E}"/>
          </ac:spMkLst>
        </pc:spChg>
        <pc:spChg chg="del">
          <ac:chgData name="Bill Guo" userId="103f95da-f635-4b8a-a4a2-71c7b42a9854" providerId="ADAL" clId="{4EC3DA5F-8847-4C60-9532-4015A7802353}" dt="2026-05-05T20:30:20.277" v="1561"/>
          <ac:spMkLst>
            <pc:docMk/>
            <pc:sldMk cId="3484342436" sldId="287"/>
            <ac:spMk id="19" creationId="{862DE4B8-A03E-C5D0-E229-3AF3CF49E659}"/>
          </ac:spMkLst>
        </pc:spChg>
        <pc:spChg chg="del">
          <ac:chgData name="Bill Guo" userId="103f95da-f635-4b8a-a4a2-71c7b42a9854" providerId="ADAL" clId="{4EC3DA5F-8847-4C60-9532-4015A7802353}" dt="2026-05-05T20:30:20.278" v="1562"/>
          <ac:spMkLst>
            <pc:docMk/>
            <pc:sldMk cId="3484342436" sldId="287"/>
            <ac:spMk id="20" creationId="{A80E42CF-0F1E-583C-D7BC-C8942D64160C}"/>
          </ac:spMkLst>
        </pc:spChg>
        <pc:spChg chg="del">
          <ac:chgData name="Bill Guo" userId="103f95da-f635-4b8a-a4a2-71c7b42a9854" providerId="ADAL" clId="{4EC3DA5F-8847-4C60-9532-4015A7802353}" dt="2026-05-05T20:30:20.281" v="1563"/>
          <ac:spMkLst>
            <pc:docMk/>
            <pc:sldMk cId="3484342436" sldId="287"/>
            <ac:spMk id="21" creationId="{D7B30060-4725-DF7C-41A3-21AEF4ECA1B8}"/>
          </ac:spMkLst>
        </pc:spChg>
        <pc:spChg chg="del">
          <ac:chgData name="Bill Guo" userId="103f95da-f635-4b8a-a4a2-71c7b42a9854" providerId="ADAL" clId="{4EC3DA5F-8847-4C60-9532-4015A7802353}" dt="2026-05-05T20:30:20.282" v="1564"/>
          <ac:spMkLst>
            <pc:docMk/>
            <pc:sldMk cId="3484342436" sldId="287"/>
            <ac:spMk id="22" creationId="{5022D431-2CC5-8EB3-8C43-A144BE864F5C}"/>
          </ac:spMkLst>
        </pc:spChg>
        <pc:spChg chg="del">
          <ac:chgData name="Bill Guo" userId="103f95da-f635-4b8a-a4a2-71c7b42a9854" providerId="ADAL" clId="{4EC3DA5F-8847-4C60-9532-4015A7802353}" dt="2026-05-05T20:30:20.283" v="1565"/>
          <ac:spMkLst>
            <pc:docMk/>
            <pc:sldMk cId="3484342436" sldId="287"/>
            <ac:spMk id="23" creationId="{47D500A7-54AE-A8B2-209F-051CFA7C27AC}"/>
          </ac:spMkLst>
        </pc:spChg>
        <pc:spChg chg="del">
          <ac:chgData name="Bill Guo" userId="103f95da-f635-4b8a-a4a2-71c7b42a9854" providerId="ADAL" clId="{4EC3DA5F-8847-4C60-9532-4015A7802353}" dt="2026-05-05T20:30:20.285" v="1566"/>
          <ac:spMkLst>
            <pc:docMk/>
            <pc:sldMk cId="3484342436" sldId="287"/>
            <ac:spMk id="24" creationId="{84FF895A-28D6-0D9D-7DEA-B3D0AEF33D2E}"/>
          </ac:spMkLst>
        </pc:spChg>
        <pc:spChg chg="del">
          <ac:chgData name="Bill Guo" userId="103f95da-f635-4b8a-a4a2-71c7b42a9854" providerId="ADAL" clId="{4EC3DA5F-8847-4C60-9532-4015A7802353}" dt="2026-05-05T20:30:20.286" v="1567"/>
          <ac:spMkLst>
            <pc:docMk/>
            <pc:sldMk cId="3484342436" sldId="287"/>
            <ac:spMk id="25" creationId="{89092B5F-706F-FF2F-148A-6D7557607593}"/>
          </ac:spMkLst>
        </pc:spChg>
        <pc:spChg chg="del">
          <ac:chgData name="Bill Guo" userId="103f95da-f635-4b8a-a4a2-71c7b42a9854" providerId="ADAL" clId="{4EC3DA5F-8847-4C60-9532-4015A7802353}" dt="2026-05-05T20:30:20.289" v="1568"/>
          <ac:spMkLst>
            <pc:docMk/>
            <pc:sldMk cId="3484342436" sldId="287"/>
            <ac:spMk id="26" creationId="{2F51BE98-0189-F4C2-96FD-A8DBB8E6F82F}"/>
          </ac:spMkLst>
        </pc:spChg>
        <pc:spChg chg="del">
          <ac:chgData name="Bill Guo" userId="103f95da-f635-4b8a-a4a2-71c7b42a9854" providerId="ADAL" clId="{4EC3DA5F-8847-4C60-9532-4015A7802353}" dt="2026-05-05T20:30:20.290" v="1569"/>
          <ac:spMkLst>
            <pc:docMk/>
            <pc:sldMk cId="3484342436" sldId="287"/>
            <ac:spMk id="27" creationId="{44C9B958-8AFA-D157-3DC1-C615D0C982B1}"/>
          </ac:spMkLst>
        </pc:spChg>
        <pc:spChg chg="del">
          <ac:chgData name="Bill Guo" userId="103f95da-f635-4b8a-a4a2-71c7b42a9854" providerId="ADAL" clId="{4EC3DA5F-8847-4C60-9532-4015A7802353}" dt="2026-05-05T20:30:20.237" v="1540"/>
          <ac:spMkLst>
            <pc:docMk/>
            <pc:sldMk cId="3484342436" sldId="287"/>
            <ac:spMk id="30" creationId="{F781E039-F92E-508A-DBE7-3F04C624B3CA}"/>
          </ac:spMkLst>
        </pc:spChg>
        <pc:spChg chg="del">
          <ac:chgData name="Bill Guo" userId="103f95da-f635-4b8a-a4a2-71c7b42a9854" providerId="ADAL" clId="{4EC3DA5F-8847-4C60-9532-4015A7802353}" dt="2026-05-05T20:30:20.237" v="1541"/>
          <ac:spMkLst>
            <pc:docMk/>
            <pc:sldMk cId="3484342436" sldId="287"/>
            <ac:spMk id="31" creationId="{E290841D-3CA1-54B6-EE8C-614E89B102D4}"/>
          </ac:spMkLst>
        </pc:spChg>
        <pc:spChg chg="del">
          <ac:chgData name="Bill Guo" userId="103f95da-f635-4b8a-a4a2-71c7b42a9854" providerId="ADAL" clId="{4EC3DA5F-8847-4C60-9532-4015A7802353}" dt="2026-05-05T20:30:20.238" v="1542"/>
          <ac:spMkLst>
            <pc:docMk/>
            <pc:sldMk cId="3484342436" sldId="287"/>
            <ac:spMk id="32" creationId="{1EE95411-D227-5D79-F1FD-E38DFBEC1B5F}"/>
          </ac:spMkLst>
        </pc:spChg>
        <pc:spChg chg="del">
          <ac:chgData name="Bill Guo" userId="103f95da-f635-4b8a-a4a2-71c7b42a9854" providerId="ADAL" clId="{4EC3DA5F-8847-4C60-9532-4015A7802353}" dt="2026-05-05T20:30:20.238" v="1543"/>
          <ac:spMkLst>
            <pc:docMk/>
            <pc:sldMk cId="3484342436" sldId="287"/>
            <ac:spMk id="33" creationId="{A25C385A-D014-4254-AE55-FDB05A662964}"/>
          </ac:spMkLst>
        </pc:spChg>
        <pc:spChg chg="add mod">
          <ac:chgData name="Bill Guo" userId="103f95da-f635-4b8a-a4a2-71c7b42a9854" providerId="ADAL" clId="{4EC3DA5F-8847-4C60-9532-4015A7802353}" dt="2026-05-05T20:30:58.202" v="1747"/>
          <ac:spMkLst>
            <pc:docMk/>
            <pc:sldMk cId="3484342436" sldId="287"/>
            <ac:spMk id="38" creationId="{3D437246-ACA0-4B3F-B3C9-264C28952A8F}"/>
          </ac:spMkLst>
        </pc:spChg>
        <pc:spChg chg="add mod">
          <ac:chgData name="Bill Guo" userId="103f95da-f635-4b8a-a4a2-71c7b42a9854" providerId="ADAL" clId="{4EC3DA5F-8847-4C60-9532-4015A7802353}" dt="2026-05-05T20:30:58.204" v="1759"/>
          <ac:spMkLst>
            <pc:docMk/>
            <pc:sldMk cId="3484342436" sldId="287"/>
            <ac:spMk id="39" creationId="{419ECAA7-61FE-4A37-8895-419FB6BD4519}"/>
          </ac:spMkLst>
        </pc:spChg>
        <pc:spChg chg="add mod">
          <ac:chgData name="Bill Guo" userId="103f95da-f635-4b8a-a4a2-71c7b42a9854" providerId="ADAL" clId="{4EC3DA5F-8847-4C60-9532-4015A7802353}" dt="2026-05-05T20:30:58.206" v="1769"/>
          <ac:spMkLst>
            <pc:docMk/>
            <pc:sldMk cId="3484342436" sldId="287"/>
            <ac:spMk id="40" creationId="{F827FC0A-436C-4C5C-9E91-1EFC7C189DE1}"/>
          </ac:spMkLst>
        </pc:spChg>
        <pc:spChg chg="add mod">
          <ac:chgData name="Bill Guo" userId="103f95da-f635-4b8a-a4a2-71c7b42a9854" providerId="ADAL" clId="{4EC3DA5F-8847-4C60-9532-4015A7802353}" dt="2026-05-05T20:30:58.206" v="1773"/>
          <ac:spMkLst>
            <pc:docMk/>
            <pc:sldMk cId="3484342436" sldId="287"/>
            <ac:spMk id="41" creationId="{05416420-A88D-466D-B3DE-82C89E6006EF}"/>
          </ac:spMkLst>
        </pc:spChg>
        <pc:spChg chg="add mod">
          <ac:chgData name="Bill Guo" userId="103f95da-f635-4b8a-a4a2-71c7b42a9854" providerId="ADAL" clId="{4EC3DA5F-8847-4C60-9532-4015A7802353}" dt="2026-05-05T20:30:58.209" v="1784"/>
          <ac:spMkLst>
            <pc:docMk/>
            <pc:sldMk cId="3484342436" sldId="287"/>
            <ac:spMk id="42" creationId="{8E2278E6-F4F4-4C2D-A17C-69F1942603B6}"/>
          </ac:spMkLst>
        </pc:spChg>
        <pc:picChg chg="add del">
          <ac:chgData name="Bill Guo" userId="103f95da-f635-4b8a-a4a2-71c7b42a9854" providerId="ADAL" clId="{4EC3DA5F-8847-4C60-9532-4015A7802353}" dt="2026-05-06T09:18:33.991" v="3487" actId="22"/>
          <ac:picMkLst>
            <pc:docMk/>
            <pc:sldMk cId="3484342436" sldId="287"/>
            <ac:picMk id="3" creationId="{B005A0EF-BEA2-6EBE-F6B8-1B48D71EB8C0}"/>
          </ac:picMkLst>
        </pc:picChg>
        <pc:picChg chg="add del mod">
          <ac:chgData name="Bill Guo" userId="103f95da-f635-4b8a-a4a2-71c7b42a9854" providerId="ADAL" clId="{4EC3DA5F-8847-4C60-9532-4015A7802353}" dt="2026-05-06T09:21:42.552" v="3533" actId="478"/>
          <ac:picMkLst>
            <pc:docMk/>
            <pc:sldMk cId="3484342436" sldId="287"/>
            <ac:picMk id="5" creationId="{5963C473-6BC3-A67C-2FE3-00FE8F274B7B}"/>
          </ac:picMkLst>
        </pc:picChg>
        <pc:picChg chg="add del mod">
          <ac:chgData name="Bill Guo" userId="103f95da-f635-4b8a-a4a2-71c7b42a9854" providerId="ADAL" clId="{4EC3DA5F-8847-4C60-9532-4015A7802353}" dt="2026-05-06T09:21:43.016" v="3534" actId="478"/>
          <ac:picMkLst>
            <pc:docMk/>
            <pc:sldMk cId="3484342436" sldId="287"/>
            <ac:picMk id="7" creationId="{4B658735-0007-9E4E-0E06-381DAE964B3A}"/>
          </ac:picMkLst>
        </pc:picChg>
        <pc:picChg chg="add del mod">
          <ac:chgData name="Bill Guo" userId="103f95da-f635-4b8a-a4a2-71c7b42a9854" providerId="ADAL" clId="{4EC3DA5F-8847-4C60-9532-4015A7802353}" dt="2026-05-06T09:21:43.632" v="3535" actId="478"/>
          <ac:picMkLst>
            <pc:docMk/>
            <pc:sldMk cId="3484342436" sldId="287"/>
            <ac:picMk id="9" creationId="{5AB055A3-C82B-72E7-A642-7A909B5B319B}"/>
          </ac:picMkLst>
        </pc:picChg>
        <pc:picChg chg="add del mod">
          <ac:chgData name="Bill Guo" userId="103f95da-f635-4b8a-a4a2-71c7b42a9854" providerId="ADAL" clId="{4EC3DA5F-8847-4C60-9532-4015A7802353}" dt="2026-05-06T09:28:33.267" v="3564" actId="478"/>
          <ac:picMkLst>
            <pc:docMk/>
            <pc:sldMk cId="3484342436" sldId="287"/>
            <ac:picMk id="11" creationId="{22602486-66CD-4330-8BC0-B5304848F47E}"/>
          </ac:picMkLst>
        </pc:picChg>
        <pc:picChg chg="add mod">
          <ac:chgData name="Bill Guo" userId="103f95da-f635-4b8a-a4a2-71c7b42a9854" providerId="ADAL" clId="{4EC3DA5F-8847-4C60-9532-4015A7802353}" dt="2026-05-06T09:31:45.157" v="3585" actId="14100"/>
          <ac:picMkLst>
            <pc:docMk/>
            <pc:sldMk cId="3484342436" sldId="287"/>
            <ac:picMk id="13" creationId="{07064EBE-349A-45A1-FFBB-43C4D1C2A305}"/>
          </ac:picMkLst>
        </pc:picChg>
        <pc:picChg chg="add mod modCrop">
          <ac:chgData name="Bill Guo" userId="103f95da-f635-4b8a-a4a2-71c7b42a9854" providerId="ADAL" clId="{4EC3DA5F-8847-4C60-9532-4015A7802353}" dt="2026-05-06T09:34:12.683" v="3608" actId="1076"/>
          <ac:picMkLst>
            <pc:docMk/>
            <pc:sldMk cId="3484342436" sldId="287"/>
            <ac:picMk id="15" creationId="{DAF7E218-B766-6456-C04E-2278160314E7}"/>
          </ac:picMkLst>
        </pc:picChg>
        <pc:picChg chg="add mod">
          <ac:chgData name="Bill Guo" userId="103f95da-f635-4b8a-a4a2-71c7b42a9854" providerId="ADAL" clId="{4EC3DA5F-8847-4C60-9532-4015A7802353}" dt="2026-05-06T09:31:43.390" v="3584" actId="1076"/>
          <ac:picMkLst>
            <pc:docMk/>
            <pc:sldMk cId="3484342436" sldId="287"/>
            <ac:picMk id="17" creationId="{B7D24197-156A-D1CB-30D3-B8D74EB96ED3}"/>
          </ac:picMkLst>
        </pc:picChg>
        <pc:picChg chg="add del mod">
          <ac:chgData name="Bill Guo" userId="103f95da-f635-4b8a-a4a2-71c7b42a9854" providerId="ADAL" clId="{4EC3DA5F-8847-4C60-9532-4015A7802353}" dt="2026-05-06T09:28:27.629" v="3562" actId="478"/>
          <ac:picMkLst>
            <pc:docMk/>
            <pc:sldMk cId="3484342436" sldId="287"/>
            <ac:picMk id="19" creationId="{DF396248-F4C5-D61F-55EB-35D7115A634F}"/>
          </ac:picMkLst>
        </pc:picChg>
        <pc:picChg chg="add del mod">
          <ac:chgData name="Bill Guo" userId="103f95da-f635-4b8a-a4a2-71c7b42a9854" providerId="ADAL" clId="{4EC3DA5F-8847-4C60-9532-4015A7802353}" dt="2026-05-06T09:28:33.811" v="3565" actId="478"/>
          <ac:picMkLst>
            <pc:docMk/>
            <pc:sldMk cId="3484342436" sldId="287"/>
            <ac:picMk id="21" creationId="{F9518A35-5A1A-36FE-EC87-40257D4E6C5D}"/>
          </ac:picMkLst>
        </pc:picChg>
        <pc:picChg chg="add mod">
          <ac:chgData name="Bill Guo" userId="103f95da-f635-4b8a-a4a2-71c7b42a9854" providerId="ADAL" clId="{4EC3DA5F-8847-4C60-9532-4015A7802353}" dt="2026-05-06T13:30:55.495" v="3984" actId="14100"/>
          <ac:picMkLst>
            <pc:docMk/>
            <pc:sldMk cId="3484342436" sldId="287"/>
            <ac:picMk id="23" creationId="{9E882FCA-D87B-CA85-6C04-893BD672FF9E}"/>
          </ac:picMkLst>
        </pc:picChg>
        <pc:picChg chg="add mod">
          <ac:chgData name="Bill Guo" userId="103f95da-f635-4b8a-a4a2-71c7b42a9854" providerId="ADAL" clId="{4EC3DA5F-8847-4C60-9532-4015A7802353}" dt="2026-05-06T09:36:09.247" v="3640" actId="1076"/>
          <ac:picMkLst>
            <pc:docMk/>
            <pc:sldMk cId="3484342436" sldId="287"/>
            <ac:picMk id="25" creationId="{5998794F-D5BC-C658-A3FD-6815D31430C5}"/>
          </ac:picMkLst>
        </pc:picChg>
        <pc:picChg chg="add mod">
          <ac:chgData name="Bill Guo" userId="103f95da-f635-4b8a-a4a2-71c7b42a9854" providerId="ADAL" clId="{4EC3DA5F-8847-4C60-9532-4015A7802353}" dt="2026-05-06T13:31:07.234" v="3988" actId="1076"/>
          <ac:picMkLst>
            <pc:docMk/>
            <pc:sldMk cId="3484342436" sldId="287"/>
            <ac:picMk id="27" creationId="{EB69277A-04D5-ED2E-AFF7-21CFF483B0C9}"/>
          </ac:picMkLst>
        </pc:picChg>
        <pc:picChg chg="del">
          <ac:chgData name="Bill Guo" userId="103f95da-f635-4b8a-a4a2-71c7b42a9854" providerId="ADAL" clId="{4EC3DA5F-8847-4C60-9532-4015A7802353}" dt="2026-05-05T20:30:20.237" v="1539"/>
          <ac:picMkLst>
            <pc:docMk/>
            <pc:sldMk cId="3484342436" sldId="287"/>
            <ac:picMk id="29" creationId="{5758A253-3D79-CB87-9BAD-EFDD6C238639}"/>
          </ac:picMkLst>
        </pc:picChg>
        <pc:picChg chg="add mod">
          <ac:chgData name="Bill Guo" userId="103f95da-f635-4b8a-a4a2-71c7b42a9854" providerId="ADAL" clId="{4EC3DA5F-8847-4C60-9532-4015A7802353}" dt="2026-05-06T13:31:11.983" v="3990" actId="14100"/>
          <ac:picMkLst>
            <pc:docMk/>
            <pc:sldMk cId="3484342436" sldId="287"/>
            <ac:picMk id="30" creationId="{0044015E-3751-9687-E513-B9D4C836C69F}"/>
          </ac:picMkLst>
        </pc:picChg>
        <pc:picChg chg="add mod">
          <ac:chgData name="Bill Guo" userId="103f95da-f635-4b8a-a4a2-71c7b42a9854" providerId="ADAL" clId="{4EC3DA5F-8847-4C60-9532-4015A7802353}" dt="2026-05-06T09:35:50.723" v="3629" actId="1076"/>
          <ac:picMkLst>
            <pc:docMk/>
            <pc:sldMk cId="3484342436" sldId="287"/>
            <ac:picMk id="32" creationId="{F273C979-0B47-CF3E-DC3A-0BF874F04146}"/>
          </ac:picMkLst>
        </pc:picChg>
        <pc:picChg chg="add mod">
          <ac:chgData name="Bill Guo" userId="103f95da-f635-4b8a-a4a2-71c7b42a9854" providerId="ADAL" clId="{4EC3DA5F-8847-4C60-9532-4015A7802353}" dt="2026-05-06T13:31:00.568" v="3986" actId="14100"/>
          <ac:picMkLst>
            <pc:docMk/>
            <pc:sldMk cId="3484342436" sldId="287"/>
            <ac:picMk id="35" creationId="{E054D2AF-D9F5-51E7-F638-738961A77D8E}"/>
          </ac:picMkLst>
        </pc:picChg>
        <pc:picChg chg="add del mod">
          <ac:chgData name="Bill Guo" userId="103f95da-f635-4b8a-a4a2-71c7b42a9854" providerId="ADAL" clId="{4EC3DA5F-8847-4C60-9532-4015A7802353}" dt="2026-05-06T09:20:28.562" v="3521" actId="478"/>
          <ac:picMkLst>
            <pc:docMk/>
            <pc:sldMk cId="3484342436" sldId="287"/>
            <ac:picMk id="36" creationId="{B8A0DC38-810E-A5F4-698D-F489BE185A5A}"/>
          </ac:picMkLst>
        </pc:picChg>
        <pc:picChg chg="del">
          <ac:chgData name="Bill Guo" userId="103f95da-f635-4b8a-a4a2-71c7b42a9854" providerId="ADAL" clId="{4EC3DA5F-8847-4C60-9532-4015A7802353}" dt="2026-05-05T20:15:50.177" v="1294" actId="478"/>
          <ac:picMkLst>
            <pc:docMk/>
            <pc:sldMk cId="3484342436" sldId="287"/>
            <ac:picMk id="37" creationId="{9437F1E3-CEC5-8A2E-1C75-5924FA3DAECF}"/>
          </ac:picMkLst>
        </pc:picChg>
      </pc:sldChg>
      <pc:sldChg chg="addSp delSp modSp add mod ord">
        <pc:chgData name="Bill Guo" userId="103f95da-f635-4b8a-a4a2-71c7b42a9854" providerId="ADAL" clId="{4EC3DA5F-8847-4C60-9532-4015A7802353}" dt="2026-05-06T09:53:10.098" v="3981" actId="20577"/>
        <pc:sldMkLst>
          <pc:docMk/>
          <pc:sldMk cId="3502564234" sldId="288"/>
        </pc:sldMkLst>
        <pc:spChg chg="del">
          <ac:chgData name="Bill Guo" userId="103f95da-f635-4b8a-a4a2-71c7b42a9854" providerId="ADAL" clId="{4EC3DA5F-8847-4C60-9532-4015A7802353}" dt="2026-05-05T20:30:20.301" v="1575"/>
          <ac:spMkLst>
            <pc:docMk/>
            <pc:sldMk cId="3502564234" sldId="288"/>
            <ac:spMk id="2" creationId="{04EC886E-79F7-77D2-AC7E-8A53833FBCBB}"/>
          </ac:spMkLst>
        </pc:spChg>
        <pc:spChg chg="del">
          <ac:chgData name="Bill Guo" userId="103f95da-f635-4b8a-a4a2-71c7b42a9854" providerId="ADAL" clId="{4EC3DA5F-8847-4C60-9532-4015A7802353}" dt="2026-05-05T20:30:20.302" v="1576"/>
          <ac:spMkLst>
            <pc:docMk/>
            <pc:sldMk cId="3502564234" sldId="288"/>
            <ac:spMk id="3" creationId="{9CE9435F-6617-893F-1F91-CD8F4B5C1DDA}"/>
          </ac:spMkLst>
        </pc:spChg>
        <pc:spChg chg="del">
          <ac:chgData name="Bill Guo" userId="103f95da-f635-4b8a-a4a2-71c7b42a9854" providerId="ADAL" clId="{4EC3DA5F-8847-4C60-9532-4015A7802353}" dt="2026-05-05T20:30:20.304" v="1577"/>
          <ac:spMkLst>
            <pc:docMk/>
            <pc:sldMk cId="3502564234" sldId="288"/>
            <ac:spMk id="4" creationId="{57B6C218-6595-9018-B77B-96A42A1B199A}"/>
          </ac:spMkLst>
        </pc:spChg>
        <pc:spChg chg="del">
          <ac:chgData name="Bill Guo" userId="103f95da-f635-4b8a-a4a2-71c7b42a9854" providerId="ADAL" clId="{4EC3DA5F-8847-4C60-9532-4015A7802353}" dt="2026-05-05T20:30:20.305" v="1578"/>
          <ac:spMkLst>
            <pc:docMk/>
            <pc:sldMk cId="3502564234" sldId="288"/>
            <ac:spMk id="5" creationId="{06135D72-0580-33F9-C296-28C3610F5E37}"/>
          </ac:spMkLst>
        </pc:spChg>
        <pc:spChg chg="del">
          <ac:chgData name="Bill Guo" userId="103f95da-f635-4b8a-a4a2-71c7b42a9854" providerId="ADAL" clId="{4EC3DA5F-8847-4C60-9532-4015A7802353}" dt="2026-05-05T20:30:20.307" v="1579"/>
          <ac:spMkLst>
            <pc:docMk/>
            <pc:sldMk cId="3502564234" sldId="288"/>
            <ac:spMk id="6" creationId="{40CB7975-FBB6-3C10-2AC1-C3528FF57A9D}"/>
          </ac:spMkLst>
        </pc:spChg>
        <pc:spChg chg="del">
          <ac:chgData name="Bill Guo" userId="103f95da-f635-4b8a-a4a2-71c7b42a9854" providerId="ADAL" clId="{4EC3DA5F-8847-4C60-9532-4015A7802353}" dt="2026-05-05T20:30:20.308" v="1580"/>
          <ac:spMkLst>
            <pc:docMk/>
            <pc:sldMk cId="3502564234" sldId="288"/>
            <ac:spMk id="7" creationId="{53683758-5987-19B7-9946-0F7A6AD023CA}"/>
          </ac:spMkLst>
        </pc:spChg>
        <pc:spChg chg="del">
          <ac:chgData name="Bill Guo" userId="103f95da-f635-4b8a-a4a2-71c7b42a9854" providerId="ADAL" clId="{4EC3DA5F-8847-4C60-9532-4015A7802353}" dt="2026-05-05T20:30:20.310" v="1581"/>
          <ac:spMkLst>
            <pc:docMk/>
            <pc:sldMk cId="3502564234" sldId="288"/>
            <ac:spMk id="8" creationId="{72F441B3-6161-AFB5-07C2-392E63814514}"/>
          </ac:spMkLst>
        </pc:spChg>
        <pc:spChg chg="del">
          <ac:chgData name="Bill Guo" userId="103f95da-f635-4b8a-a4a2-71c7b42a9854" providerId="ADAL" clId="{4EC3DA5F-8847-4C60-9532-4015A7802353}" dt="2026-05-05T20:30:20.312" v="1582"/>
          <ac:spMkLst>
            <pc:docMk/>
            <pc:sldMk cId="3502564234" sldId="288"/>
            <ac:spMk id="9" creationId="{5A07BAB1-1D57-34B8-FE1A-0E275C859316}"/>
          </ac:spMkLst>
        </pc:spChg>
        <pc:spChg chg="del">
          <ac:chgData name="Bill Guo" userId="103f95da-f635-4b8a-a4a2-71c7b42a9854" providerId="ADAL" clId="{4EC3DA5F-8847-4C60-9532-4015A7802353}" dt="2026-05-05T20:30:20.315" v="1583"/>
          <ac:spMkLst>
            <pc:docMk/>
            <pc:sldMk cId="3502564234" sldId="288"/>
            <ac:spMk id="10" creationId="{27C4FE12-3987-30CD-1ACA-9A9D914E5919}"/>
          </ac:spMkLst>
        </pc:spChg>
        <pc:spChg chg="del">
          <ac:chgData name="Bill Guo" userId="103f95da-f635-4b8a-a4a2-71c7b42a9854" providerId="ADAL" clId="{4EC3DA5F-8847-4C60-9532-4015A7802353}" dt="2026-05-05T20:30:20.317" v="1584"/>
          <ac:spMkLst>
            <pc:docMk/>
            <pc:sldMk cId="3502564234" sldId="288"/>
            <ac:spMk id="11" creationId="{2F8FAA1B-8D77-0D43-734F-68914C7B4F6E}"/>
          </ac:spMkLst>
        </pc:spChg>
        <pc:spChg chg="del">
          <ac:chgData name="Bill Guo" userId="103f95da-f635-4b8a-a4a2-71c7b42a9854" providerId="ADAL" clId="{4EC3DA5F-8847-4C60-9532-4015A7802353}" dt="2026-05-05T20:30:20.319" v="1585"/>
          <ac:spMkLst>
            <pc:docMk/>
            <pc:sldMk cId="3502564234" sldId="288"/>
            <ac:spMk id="12" creationId="{90C544EA-696B-667C-4340-53F8E41F144D}"/>
          </ac:spMkLst>
        </pc:spChg>
        <pc:spChg chg="del">
          <ac:chgData name="Bill Guo" userId="103f95da-f635-4b8a-a4a2-71c7b42a9854" providerId="ADAL" clId="{4EC3DA5F-8847-4C60-9532-4015A7802353}" dt="2026-05-05T20:30:20.321" v="1586"/>
          <ac:spMkLst>
            <pc:docMk/>
            <pc:sldMk cId="3502564234" sldId="288"/>
            <ac:spMk id="13" creationId="{DC9394B2-8341-0194-053D-D64D74A7CC32}"/>
          </ac:spMkLst>
        </pc:spChg>
        <pc:spChg chg="del">
          <ac:chgData name="Bill Guo" userId="103f95da-f635-4b8a-a4a2-71c7b42a9854" providerId="ADAL" clId="{4EC3DA5F-8847-4C60-9532-4015A7802353}" dt="2026-05-05T20:30:20.323" v="1587"/>
          <ac:spMkLst>
            <pc:docMk/>
            <pc:sldMk cId="3502564234" sldId="288"/>
            <ac:spMk id="14" creationId="{690F426E-026A-5C46-29A8-F999F5CA47F1}"/>
          </ac:spMkLst>
        </pc:spChg>
        <pc:spChg chg="del">
          <ac:chgData name="Bill Guo" userId="103f95da-f635-4b8a-a4a2-71c7b42a9854" providerId="ADAL" clId="{4EC3DA5F-8847-4C60-9532-4015A7802353}" dt="2026-05-05T20:30:20.324" v="1588"/>
          <ac:spMkLst>
            <pc:docMk/>
            <pc:sldMk cId="3502564234" sldId="288"/>
            <ac:spMk id="15" creationId="{BCB06CF9-5FB0-0634-FD90-CB9A85B204E7}"/>
          </ac:spMkLst>
        </pc:spChg>
        <pc:spChg chg="del">
          <ac:chgData name="Bill Guo" userId="103f95da-f635-4b8a-a4a2-71c7b42a9854" providerId="ADAL" clId="{4EC3DA5F-8847-4C60-9532-4015A7802353}" dt="2026-05-05T20:30:20.326" v="1589"/>
          <ac:spMkLst>
            <pc:docMk/>
            <pc:sldMk cId="3502564234" sldId="288"/>
            <ac:spMk id="16" creationId="{C0CD7103-8312-64A5-9936-302E2235910D}"/>
          </ac:spMkLst>
        </pc:spChg>
        <pc:spChg chg="del">
          <ac:chgData name="Bill Guo" userId="103f95da-f635-4b8a-a4a2-71c7b42a9854" providerId="ADAL" clId="{4EC3DA5F-8847-4C60-9532-4015A7802353}" dt="2026-05-05T20:30:20.328" v="1590"/>
          <ac:spMkLst>
            <pc:docMk/>
            <pc:sldMk cId="3502564234" sldId="288"/>
            <ac:spMk id="17" creationId="{B6407F6C-77E3-294B-4F87-D0462AEA654C}"/>
          </ac:spMkLst>
        </pc:spChg>
        <pc:spChg chg="del">
          <ac:chgData name="Bill Guo" userId="103f95da-f635-4b8a-a4a2-71c7b42a9854" providerId="ADAL" clId="{4EC3DA5F-8847-4C60-9532-4015A7802353}" dt="2026-05-05T20:30:20.331" v="1591"/>
          <ac:spMkLst>
            <pc:docMk/>
            <pc:sldMk cId="3502564234" sldId="288"/>
            <ac:spMk id="18" creationId="{F5A8EE5E-D9E0-2E0E-5263-F21B65BD1774}"/>
          </ac:spMkLst>
        </pc:spChg>
        <pc:spChg chg="del">
          <ac:chgData name="Bill Guo" userId="103f95da-f635-4b8a-a4a2-71c7b42a9854" providerId="ADAL" clId="{4EC3DA5F-8847-4C60-9532-4015A7802353}" dt="2026-05-05T20:30:20.333" v="1592"/>
          <ac:spMkLst>
            <pc:docMk/>
            <pc:sldMk cId="3502564234" sldId="288"/>
            <ac:spMk id="19" creationId="{58B8FDA7-F493-8169-0F78-757494EDB97B}"/>
          </ac:spMkLst>
        </pc:spChg>
        <pc:spChg chg="del">
          <ac:chgData name="Bill Guo" userId="103f95da-f635-4b8a-a4a2-71c7b42a9854" providerId="ADAL" clId="{4EC3DA5F-8847-4C60-9532-4015A7802353}" dt="2026-05-05T20:30:20.335" v="1593"/>
          <ac:spMkLst>
            <pc:docMk/>
            <pc:sldMk cId="3502564234" sldId="288"/>
            <ac:spMk id="20" creationId="{25BDCF21-52E6-6FE0-95AC-EDFA8E797E1F}"/>
          </ac:spMkLst>
        </pc:spChg>
        <pc:spChg chg="del">
          <ac:chgData name="Bill Guo" userId="103f95da-f635-4b8a-a4a2-71c7b42a9854" providerId="ADAL" clId="{4EC3DA5F-8847-4C60-9532-4015A7802353}" dt="2026-05-05T20:30:20.337" v="1594"/>
          <ac:spMkLst>
            <pc:docMk/>
            <pc:sldMk cId="3502564234" sldId="288"/>
            <ac:spMk id="21" creationId="{EE4A522C-9D07-A122-EE48-1CD7BC3E53F5}"/>
          </ac:spMkLst>
        </pc:spChg>
        <pc:spChg chg="del">
          <ac:chgData name="Bill Guo" userId="103f95da-f635-4b8a-a4a2-71c7b42a9854" providerId="ADAL" clId="{4EC3DA5F-8847-4C60-9532-4015A7802353}" dt="2026-05-05T20:30:20.339" v="1595"/>
          <ac:spMkLst>
            <pc:docMk/>
            <pc:sldMk cId="3502564234" sldId="288"/>
            <ac:spMk id="22" creationId="{597078F0-978C-4B5E-0B09-8B0048B63152}"/>
          </ac:spMkLst>
        </pc:spChg>
        <pc:spChg chg="del">
          <ac:chgData name="Bill Guo" userId="103f95da-f635-4b8a-a4a2-71c7b42a9854" providerId="ADAL" clId="{4EC3DA5F-8847-4C60-9532-4015A7802353}" dt="2026-05-05T20:30:20.341" v="1596"/>
          <ac:spMkLst>
            <pc:docMk/>
            <pc:sldMk cId="3502564234" sldId="288"/>
            <ac:spMk id="23" creationId="{798775A6-3AA5-8DD6-07A3-7F9FBCB054B4}"/>
          </ac:spMkLst>
        </pc:spChg>
        <pc:spChg chg="del">
          <ac:chgData name="Bill Guo" userId="103f95da-f635-4b8a-a4a2-71c7b42a9854" providerId="ADAL" clId="{4EC3DA5F-8847-4C60-9532-4015A7802353}" dt="2026-05-05T20:30:20.344" v="1597"/>
          <ac:spMkLst>
            <pc:docMk/>
            <pc:sldMk cId="3502564234" sldId="288"/>
            <ac:spMk id="24" creationId="{4900FC7F-26D0-7258-D601-FC8F581622FA}"/>
          </ac:spMkLst>
        </pc:spChg>
        <pc:spChg chg="del">
          <ac:chgData name="Bill Guo" userId="103f95da-f635-4b8a-a4a2-71c7b42a9854" providerId="ADAL" clId="{4EC3DA5F-8847-4C60-9532-4015A7802353}" dt="2026-05-05T20:30:20.346" v="1598"/>
          <ac:spMkLst>
            <pc:docMk/>
            <pc:sldMk cId="3502564234" sldId="288"/>
            <ac:spMk id="25" creationId="{6FE0785F-AD41-860F-DCE7-02E0FA55451B}"/>
          </ac:spMkLst>
        </pc:spChg>
        <pc:spChg chg="del">
          <ac:chgData name="Bill Guo" userId="103f95da-f635-4b8a-a4a2-71c7b42a9854" providerId="ADAL" clId="{4EC3DA5F-8847-4C60-9532-4015A7802353}" dt="2026-05-05T20:30:20.348" v="1599"/>
          <ac:spMkLst>
            <pc:docMk/>
            <pc:sldMk cId="3502564234" sldId="288"/>
            <ac:spMk id="26" creationId="{F01E5ED6-C4F8-13F4-DE58-EEE9FB2A602F}"/>
          </ac:spMkLst>
        </pc:spChg>
        <pc:spChg chg="del">
          <ac:chgData name="Bill Guo" userId="103f95da-f635-4b8a-a4a2-71c7b42a9854" providerId="ADAL" clId="{4EC3DA5F-8847-4C60-9532-4015A7802353}" dt="2026-05-05T20:30:20.350" v="1600"/>
          <ac:spMkLst>
            <pc:docMk/>
            <pc:sldMk cId="3502564234" sldId="288"/>
            <ac:spMk id="27" creationId="{9FAEC955-8E78-29B3-46F9-17EC47B11282}"/>
          </ac:spMkLst>
        </pc:spChg>
        <pc:spChg chg="del">
          <ac:chgData name="Bill Guo" userId="103f95da-f635-4b8a-a4a2-71c7b42a9854" providerId="ADAL" clId="{4EC3DA5F-8847-4C60-9532-4015A7802353}" dt="2026-05-05T20:30:20.294" v="1571"/>
          <ac:spMkLst>
            <pc:docMk/>
            <pc:sldMk cId="3502564234" sldId="288"/>
            <ac:spMk id="30" creationId="{64193F87-EE76-01F0-8C61-4773CA1736CF}"/>
          </ac:spMkLst>
        </pc:spChg>
        <pc:spChg chg="del">
          <ac:chgData name="Bill Guo" userId="103f95da-f635-4b8a-a4a2-71c7b42a9854" providerId="ADAL" clId="{4EC3DA5F-8847-4C60-9532-4015A7802353}" dt="2026-05-05T20:30:20.294" v="1572"/>
          <ac:spMkLst>
            <pc:docMk/>
            <pc:sldMk cId="3502564234" sldId="288"/>
            <ac:spMk id="31" creationId="{CD97C193-166E-BE7B-B953-006457C8AEA3}"/>
          </ac:spMkLst>
        </pc:spChg>
        <pc:spChg chg="del">
          <ac:chgData name="Bill Guo" userId="103f95da-f635-4b8a-a4a2-71c7b42a9854" providerId="ADAL" clId="{4EC3DA5F-8847-4C60-9532-4015A7802353}" dt="2026-05-05T20:30:20.295" v="1573"/>
          <ac:spMkLst>
            <pc:docMk/>
            <pc:sldMk cId="3502564234" sldId="288"/>
            <ac:spMk id="32" creationId="{5722875E-E530-FC6A-0511-B8A8901707C7}"/>
          </ac:spMkLst>
        </pc:spChg>
        <pc:spChg chg="del">
          <ac:chgData name="Bill Guo" userId="103f95da-f635-4b8a-a4a2-71c7b42a9854" providerId="ADAL" clId="{4EC3DA5F-8847-4C60-9532-4015A7802353}" dt="2026-05-05T20:30:20.295" v="1574"/>
          <ac:spMkLst>
            <pc:docMk/>
            <pc:sldMk cId="3502564234" sldId="288"/>
            <ac:spMk id="33" creationId="{D5993E23-F104-CA37-36DE-BA215ACB73E3}"/>
          </ac:spMkLst>
        </pc:spChg>
        <pc:spChg chg="add mod">
          <ac:chgData name="Bill Guo" userId="103f95da-f635-4b8a-a4a2-71c7b42a9854" providerId="ADAL" clId="{4EC3DA5F-8847-4C60-9532-4015A7802353}" dt="2026-05-05T20:31:37.353" v="1797"/>
          <ac:spMkLst>
            <pc:docMk/>
            <pc:sldMk cId="3502564234" sldId="288"/>
            <ac:spMk id="45" creationId="{8CC437D0-1D74-4E8B-9520-62DC78A31120}"/>
          </ac:spMkLst>
        </pc:spChg>
        <pc:spChg chg="add mod">
          <ac:chgData name="Bill Guo" userId="103f95da-f635-4b8a-a4a2-71c7b42a9854" providerId="ADAL" clId="{4EC3DA5F-8847-4C60-9532-4015A7802353}" dt="2026-05-06T09:53:10.098" v="3981" actId="20577"/>
          <ac:spMkLst>
            <pc:docMk/>
            <pc:sldMk cId="3502564234" sldId="288"/>
            <ac:spMk id="46" creationId="{151E8DA7-A35B-414C-B509-3D78B4E25F16}"/>
          </ac:spMkLst>
        </pc:spChg>
        <pc:spChg chg="add mod">
          <ac:chgData name="Bill Guo" userId="103f95da-f635-4b8a-a4a2-71c7b42a9854" providerId="ADAL" clId="{4EC3DA5F-8847-4C60-9532-4015A7802353}" dt="2026-05-05T20:31:37.358" v="1817"/>
          <ac:spMkLst>
            <pc:docMk/>
            <pc:sldMk cId="3502564234" sldId="288"/>
            <ac:spMk id="47" creationId="{DFF87E00-F846-4998-9F9E-A6D90FFD5D45}"/>
          </ac:spMkLst>
        </pc:spChg>
        <pc:spChg chg="add mod">
          <ac:chgData name="Bill Guo" userId="103f95da-f635-4b8a-a4a2-71c7b42a9854" providerId="ADAL" clId="{4EC3DA5F-8847-4C60-9532-4015A7802353}" dt="2026-05-05T20:31:37.359" v="1820"/>
          <ac:spMkLst>
            <pc:docMk/>
            <pc:sldMk cId="3502564234" sldId="288"/>
            <ac:spMk id="48" creationId="{6AFB7504-F840-483B-9D1D-1B8165FEAFD4}"/>
          </ac:spMkLst>
        </pc:spChg>
        <pc:spChg chg="add mod">
          <ac:chgData name="Bill Guo" userId="103f95da-f635-4b8a-a4a2-71c7b42a9854" providerId="ADAL" clId="{4EC3DA5F-8847-4C60-9532-4015A7802353}" dt="2026-05-05T20:31:37.361" v="1830"/>
          <ac:spMkLst>
            <pc:docMk/>
            <pc:sldMk cId="3502564234" sldId="288"/>
            <ac:spMk id="49" creationId="{DC638A12-B5C0-4F53-882C-E31277455653}"/>
          </ac:spMkLst>
        </pc:spChg>
        <pc:picChg chg="add mod">
          <ac:chgData name="Bill Guo" userId="103f95da-f635-4b8a-a4a2-71c7b42a9854" providerId="ADAL" clId="{4EC3DA5F-8847-4C60-9532-4015A7802353}" dt="2026-05-06T09:30:15.435" v="3571" actId="14100"/>
          <ac:picMkLst>
            <pc:docMk/>
            <pc:sldMk cId="3502564234" sldId="288"/>
            <ac:picMk id="3" creationId="{0AD6C422-0F64-AF6E-1705-7FA2369C1F66}"/>
          </ac:picMkLst>
        </pc:picChg>
        <pc:picChg chg="del">
          <ac:chgData name="Bill Guo" userId="103f95da-f635-4b8a-a4a2-71c7b42a9854" providerId="ADAL" clId="{4EC3DA5F-8847-4C60-9532-4015A7802353}" dt="2026-05-05T20:30:20.294" v="1570"/>
          <ac:picMkLst>
            <pc:docMk/>
            <pc:sldMk cId="3502564234" sldId="288"/>
            <ac:picMk id="29" creationId="{096EA984-C34D-F89B-1CCA-80ECC8038BD0}"/>
          </ac:picMkLst>
        </pc:picChg>
        <pc:picChg chg="del">
          <ac:chgData name="Bill Guo" userId="103f95da-f635-4b8a-a4a2-71c7b42a9854" providerId="ADAL" clId="{4EC3DA5F-8847-4C60-9532-4015A7802353}" dt="2026-05-05T20:16:46.231" v="1297" actId="478"/>
          <ac:picMkLst>
            <pc:docMk/>
            <pc:sldMk cId="3502564234" sldId="288"/>
            <ac:picMk id="36" creationId="{E94B62CB-AA46-5628-9898-85BD4B104F48}"/>
          </ac:picMkLst>
        </pc:picChg>
        <pc:picChg chg="add del mod">
          <ac:chgData name="Bill Guo" userId="103f95da-f635-4b8a-a4a2-71c7b42a9854" providerId="ADAL" clId="{4EC3DA5F-8847-4C60-9532-4015A7802353}" dt="2026-05-05T20:31:37.343" v="1785"/>
          <ac:picMkLst>
            <pc:docMk/>
            <pc:sldMk cId="3502564234" sldId="288"/>
            <ac:picMk id="37" creationId="{10B313C1-4D9F-6ED7-F8C0-5B5FAF5FFD59}"/>
          </ac:picMkLst>
        </pc:picChg>
        <pc:picChg chg="add del mod">
          <ac:chgData name="Bill Guo" userId="103f95da-f635-4b8a-a4a2-71c7b42a9854" providerId="ADAL" clId="{4EC3DA5F-8847-4C60-9532-4015A7802353}" dt="2026-05-05T20:17:09.428" v="1305" actId="22"/>
          <ac:picMkLst>
            <pc:docMk/>
            <pc:sldMk cId="3502564234" sldId="288"/>
            <ac:picMk id="39" creationId="{1F896210-0661-933B-C842-264D1361FFC7}"/>
          </ac:picMkLst>
        </pc:picChg>
        <pc:picChg chg="add mod">
          <ac:chgData name="Bill Guo" userId="103f95da-f635-4b8a-a4a2-71c7b42a9854" providerId="ADAL" clId="{4EC3DA5F-8847-4C60-9532-4015A7802353}" dt="2026-05-06T09:30:04.208" v="3566" actId="1076"/>
          <ac:picMkLst>
            <pc:docMk/>
            <pc:sldMk cId="3502564234" sldId="288"/>
            <ac:picMk id="41" creationId="{B261A9C0-2B0F-89EA-35B0-CF78691E4249}"/>
          </ac:picMkLst>
        </pc:picChg>
        <pc:picChg chg="add mod">
          <ac:chgData name="Bill Guo" userId="103f95da-f635-4b8a-a4a2-71c7b42a9854" providerId="ADAL" clId="{4EC3DA5F-8847-4C60-9532-4015A7802353}" dt="2026-05-06T09:30:18.663" v="3572" actId="1076"/>
          <ac:picMkLst>
            <pc:docMk/>
            <pc:sldMk cId="3502564234" sldId="288"/>
            <ac:picMk id="43" creationId="{201B589D-C764-9928-3AD8-003338F1256C}"/>
          </ac:picMkLst>
        </pc:picChg>
        <pc:picChg chg="add del mod">
          <ac:chgData name="Bill Guo" userId="103f95da-f635-4b8a-a4a2-71c7b42a9854" providerId="ADAL" clId="{4EC3DA5F-8847-4C60-9532-4015A7802353}" dt="2026-05-05T20:31:37.343" v="1786"/>
          <ac:picMkLst>
            <pc:docMk/>
            <pc:sldMk cId="3502564234" sldId="288"/>
            <ac:picMk id="44" creationId="{4207B003-7E5B-1FC1-E845-3A5562A594DB}"/>
          </ac:picMkLst>
        </pc:picChg>
      </pc:sldChg>
      <pc:sldChg chg="addSp delSp modSp add mod ord">
        <pc:chgData name="Bill Guo" userId="103f95da-f635-4b8a-a4a2-71c7b42a9854" providerId="ADAL" clId="{4EC3DA5F-8847-4C60-9532-4015A7802353}" dt="2026-05-06T09:33:32.726" v="3607" actId="113"/>
        <pc:sldMkLst>
          <pc:docMk/>
          <pc:sldMk cId="3646841807" sldId="289"/>
        </pc:sldMkLst>
        <pc:spChg chg="add mod">
          <ac:chgData name="Bill Guo" userId="103f95da-f635-4b8a-a4a2-71c7b42a9854" providerId="ADAL" clId="{4EC3DA5F-8847-4C60-9532-4015A7802353}" dt="2026-05-06T09:33:32.726" v="3607" actId="113"/>
          <ac:spMkLst>
            <pc:docMk/>
            <pc:sldMk cId="3646841807" sldId="289"/>
            <ac:spMk id="3" creationId="{71552258-B5EB-3E68-F8BC-07BC60E168CC}"/>
          </ac:spMkLst>
        </pc:spChg>
        <pc:spChg chg="del">
          <ac:chgData name="Bill Guo" userId="103f95da-f635-4b8a-a4a2-71c7b42a9854" providerId="ADAL" clId="{4EC3DA5F-8847-4C60-9532-4015A7802353}" dt="2026-05-05T20:32:10.184" v="1831"/>
          <ac:spMkLst>
            <pc:docMk/>
            <pc:sldMk cId="3646841807" sldId="289"/>
            <ac:spMk id="3" creationId="{F21C130C-C328-3CE8-A334-01E888827AF9}"/>
          </ac:spMkLst>
        </pc:spChg>
        <pc:spChg chg="del mod">
          <ac:chgData name="Bill Guo" userId="103f95da-f635-4b8a-a4a2-71c7b42a9854" providerId="ADAL" clId="{4EC3DA5F-8847-4C60-9532-4015A7802353}" dt="2026-05-05T20:32:10.184" v="1832"/>
          <ac:spMkLst>
            <pc:docMk/>
            <pc:sldMk cId="3646841807" sldId="289"/>
            <ac:spMk id="4" creationId="{983630DA-E34E-1E0C-6EB1-DB0699B7311B}"/>
          </ac:spMkLst>
        </pc:spChg>
        <pc:spChg chg="del">
          <ac:chgData name="Bill Guo" userId="103f95da-f635-4b8a-a4a2-71c7b42a9854" providerId="ADAL" clId="{4EC3DA5F-8847-4C60-9532-4015A7802353}" dt="2026-05-05T20:32:10.186" v="1833"/>
          <ac:spMkLst>
            <pc:docMk/>
            <pc:sldMk cId="3646841807" sldId="289"/>
            <ac:spMk id="5" creationId="{25838EC0-7EFD-85BE-F5AF-0DF61D6A093F}"/>
          </ac:spMkLst>
        </pc:spChg>
        <pc:spChg chg="del">
          <ac:chgData name="Bill Guo" userId="103f95da-f635-4b8a-a4a2-71c7b42a9854" providerId="ADAL" clId="{4EC3DA5F-8847-4C60-9532-4015A7802353}" dt="2026-05-05T20:21:06.681" v="1373" actId="478"/>
          <ac:spMkLst>
            <pc:docMk/>
            <pc:sldMk cId="3646841807" sldId="289"/>
            <ac:spMk id="6" creationId="{0473C113-6F0C-F70B-8D15-4F7FFF81364F}"/>
          </ac:spMkLst>
        </pc:spChg>
        <pc:spChg chg="add mod">
          <ac:chgData name="Bill Guo" userId="103f95da-f635-4b8a-a4a2-71c7b42a9854" providerId="ADAL" clId="{4EC3DA5F-8847-4C60-9532-4015A7802353}" dt="2026-05-06T09:14:34.085" v="3471" actId="20577"/>
          <ac:spMkLst>
            <pc:docMk/>
            <pc:sldMk cId="3646841807" sldId="289"/>
            <ac:spMk id="13" creationId="{AEFD2030-E254-483A-8615-CA15F6D67005}"/>
          </ac:spMkLst>
        </pc:spChg>
        <pc:spChg chg="add del mod">
          <ac:chgData name="Bill Guo" userId="103f95da-f635-4b8a-a4a2-71c7b42a9854" providerId="ADAL" clId="{4EC3DA5F-8847-4C60-9532-4015A7802353}" dt="2026-05-06T09:10:37.395" v="3251" actId="478"/>
          <ac:spMkLst>
            <pc:docMk/>
            <pc:sldMk cId="3646841807" sldId="289"/>
            <ac:spMk id="14" creationId="{E046B870-B64C-4798-BC6D-B528B2D7440E}"/>
          </ac:spMkLst>
        </pc:spChg>
        <pc:spChg chg="add mod">
          <ac:chgData name="Bill Guo" userId="103f95da-f635-4b8a-a4a2-71c7b42a9854" providerId="ADAL" clId="{4EC3DA5F-8847-4C60-9532-4015A7802353}" dt="2026-05-06T09:13:15.512" v="3371" actId="1076"/>
          <ac:spMkLst>
            <pc:docMk/>
            <pc:sldMk cId="3646841807" sldId="289"/>
            <ac:spMk id="15" creationId="{D60A9752-18F3-40A3-8009-7F054E1063E7}"/>
          </ac:spMkLst>
        </pc:spChg>
        <pc:spChg chg="add mod">
          <ac:chgData name="Bill Guo" userId="103f95da-f635-4b8a-a4a2-71c7b42a9854" providerId="ADAL" clId="{4EC3DA5F-8847-4C60-9532-4015A7802353}" dt="2026-05-06T09:10:48.116" v="3254" actId="1076"/>
          <ac:spMkLst>
            <pc:docMk/>
            <pc:sldMk cId="3646841807" sldId="289"/>
            <ac:spMk id="16" creationId="{45307082-262F-4ED0-A04B-6605D2F96A8D}"/>
          </ac:spMkLst>
        </pc:spChg>
        <pc:spChg chg="add del mod">
          <ac:chgData name="Bill Guo" userId="103f95da-f635-4b8a-a4a2-71c7b42a9854" providerId="ADAL" clId="{4EC3DA5F-8847-4C60-9532-4015A7802353}" dt="2026-05-06T09:09:58.780" v="3248" actId="478"/>
          <ac:spMkLst>
            <pc:docMk/>
            <pc:sldMk cId="3646841807" sldId="289"/>
            <ac:spMk id="17" creationId="{60600674-332B-4A4B-84CE-0C2AE523A6B3}"/>
          </ac:spMkLst>
        </pc:spChg>
        <pc:spChg chg="add mod">
          <ac:chgData name="Bill Guo" userId="103f95da-f635-4b8a-a4a2-71c7b42a9854" providerId="ADAL" clId="{4EC3DA5F-8847-4C60-9532-4015A7802353}" dt="2026-05-05T20:32:31.042" v="1883"/>
          <ac:spMkLst>
            <pc:docMk/>
            <pc:sldMk cId="3646841807" sldId="289"/>
            <ac:spMk id="18" creationId="{C86B3FD5-9063-45EF-90EC-7003534FFEA9}"/>
          </ac:spMkLst>
        </pc:spChg>
        <pc:spChg chg="add mod">
          <ac:chgData name="Bill Guo" userId="103f95da-f635-4b8a-a4a2-71c7b42a9854" providerId="ADAL" clId="{4EC3DA5F-8847-4C60-9532-4015A7802353}" dt="2026-05-05T20:32:31.046" v="1891"/>
          <ac:spMkLst>
            <pc:docMk/>
            <pc:sldMk cId="3646841807" sldId="289"/>
            <ac:spMk id="19" creationId="{132FD844-80CE-401A-A2B3-1C9196C1580A}"/>
          </ac:spMkLst>
        </pc:spChg>
        <pc:spChg chg="add mod">
          <ac:chgData name="Bill Guo" userId="103f95da-f635-4b8a-a4a2-71c7b42a9854" providerId="ADAL" clId="{4EC3DA5F-8847-4C60-9532-4015A7802353}" dt="2026-05-05T20:32:31.048" v="1899"/>
          <ac:spMkLst>
            <pc:docMk/>
            <pc:sldMk cId="3646841807" sldId="289"/>
            <ac:spMk id="20" creationId="{BE1AE8A2-8C5B-41B0-8BC4-EEF36D9E5A18}"/>
          </ac:spMkLst>
        </pc:spChg>
        <pc:graphicFrameChg chg="add del mod">
          <ac:chgData name="Bill Guo" userId="103f95da-f635-4b8a-a4a2-71c7b42a9854" providerId="ADAL" clId="{4EC3DA5F-8847-4C60-9532-4015A7802353}" dt="2026-05-05T20:25:28.207" v="1472" actId="478"/>
          <ac:graphicFrameMkLst>
            <pc:docMk/>
            <pc:sldMk cId="3646841807" sldId="289"/>
            <ac:graphicFrameMk id="9" creationId="{7474D231-79DA-939E-93B6-94DA4090FCF9}"/>
          </ac:graphicFrameMkLst>
        </pc:graphicFrameChg>
        <pc:picChg chg="add del mod">
          <ac:chgData name="Bill Guo" userId="103f95da-f635-4b8a-a4a2-71c7b42a9854" providerId="ADAL" clId="{4EC3DA5F-8847-4C60-9532-4015A7802353}" dt="2026-05-05T20:25:58.941" v="1476" actId="21"/>
          <ac:picMkLst>
            <pc:docMk/>
            <pc:sldMk cId="3646841807" sldId="289"/>
            <ac:picMk id="11" creationId="{EFAC79C9-C71E-6B6C-3853-C5F0FBA952DE}"/>
          </ac:picMkLst>
        </pc:picChg>
        <pc:picChg chg="add mod">
          <ac:chgData name="Bill Guo" userId="103f95da-f635-4b8a-a4a2-71c7b42a9854" providerId="ADAL" clId="{4EC3DA5F-8847-4C60-9532-4015A7802353}" dt="2026-05-06T09:10:09.505" v="3250" actId="1076"/>
          <ac:picMkLst>
            <pc:docMk/>
            <pc:sldMk cId="3646841807" sldId="289"/>
            <ac:picMk id="12" creationId="{B2A549B3-2D1E-10F1-1249-F7547A269D4D}"/>
          </ac:picMkLst>
        </pc:picChg>
      </pc:sldChg>
      <pc:sldChg chg="addSp modSp add mod">
        <pc:chgData name="Bill Guo" userId="103f95da-f635-4b8a-a4a2-71c7b42a9854" providerId="ADAL" clId="{4EC3DA5F-8847-4C60-9532-4015A7802353}" dt="2026-05-05T21:31:50.542" v="2876" actId="20577"/>
        <pc:sldMkLst>
          <pc:docMk/>
          <pc:sldMk cId="2903561166" sldId="290"/>
        </pc:sldMkLst>
        <pc:spChg chg="mod">
          <ac:chgData name="Bill Guo" userId="103f95da-f635-4b8a-a4a2-71c7b42a9854" providerId="ADAL" clId="{4EC3DA5F-8847-4C60-9532-4015A7802353}" dt="2026-05-05T21:30:53.506" v="2781" actId="313"/>
          <ac:spMkLst>
            <pc:docMk/>
            <pc:sldMk cId="2903561166" sldId="290"/>
            <ac:spMk id="11" creationId="{64555CA4-24B0-464D-9D5E-7774DA9A4A73}"/>
          </ac:spMkLst>
        </pc:spChg>
        <pc:spChg chg="mod">
          <ac:chgData name="Bill Guo" userId="103f95da-f635-4b8a-a4a2-71c7b42a9854" providerId="ADAL" clId="{4EC3DA5F-8847-4C60-9532-4015A7802353}" dt="2026-05-05T21:25:40.661" v="2310" actId="20577"/>
          <ac:spMkLst>
            <pc:docMk/>
            <pc:sldMk cId="2903561166" sldId="290"/>
            <ac:spMk id="16" creationId="{F2797532-B72A-4D3B-9845-1136D065F12E}"/>
          </ac:spMkLst>
        </pc:spChg>
        <pc:spChg chg="mod">
          <ac:chgData name="Bill Guo" userId="103f95da-f635-4b8a-a4a2-71c7b42a9854" providerId="ADAL" clId="{4EC3DA5F-8847-4C60-9532-4015A7802353}" dt="2026-05-05T21:25:20.623" v="2280" actId="20577"/>
          <ac:spMkLst>
            <pc:docMk/>
            <pc:sldMk cId="2903561166" sldId="290"/>
            <ac:spMk id="21" creationId="{7FA391AE-9BD1-4E7B-825F-25A078F00FFF}"/>
          </ac:spMkLst>
        </pc:spChg>
        <pc:spChg chg="mod">
          <ac:chgData name="Bill Guo" userId="103f95da-f635-4b8a-a4a2-71c7b42a9854" providerId="ADAL" clId="{4EC3DA5F-8847-4C60-9532-4015A7802353}" dt="2026-05-05T21:30:27.982" v="2780" actId="6549"/>
          <ac:spMkLst>
            <pc:docMk/>
            <pc:sldMk cId="2903561166" sldId="290"/>
            <ac:spMk id="26" creationId="{74B737E6-9FAD-41FD-912F-18DE2B3EB0E3}"/>
          </ac:spMkLst>
        </pc:spChg>
        <pc:spChg chg="mod">
          <ac:chgData name="Bill Guo" userId="103f95da-f635-4b8a-a4a2-71c7b42a9854" providerId="ADAL" clId="{4EC3DA5F-8847-4C60-9532-4015A7802353}" dt="2026-05-05T21:26:49.251" v="2404" actId="6549"/>
          <ac:spMkLst>
            <pc:docMk/>
            <pc:sldMk cId="2903561166" sldId="290"/>
            <ac:spMk id="31" creationId="{C321DBD0-7C85-4F31-A050-F67218FA769B}"/>
          </ac:spMkLst>
        </pc:spChg>
        <pc:spChg chg="mod">
          <ac:chgData name="Bill Guo" userId="103f95da-f635-4b8a-a4a2-71c7b42a9854" providerId="ADAL" clId="{4EC3DA5F-8847-4C60-9532-4015A7802353}" dt="2026-05-05T21:27:07.612" v="2423" actId="20577"/>
          <ac:spMkLst>
            <pc:docMk/>
            <pc:sldMk cId="2903561166" sldId="290"/>
            <ac:spMk id="36" creationId="{89125271-99FF-4558-8942-7A93B46971B6}"/>
          </ac:spMkLst>
        </pc:spChg>
        <pc:spChg chg="add mod">
          <ac:chgData name="Bill Guo" userId="103f95da-f635-4b8a-a4a2-71c7b42a9854" providerId="ADAL" clId="{4EC3DA5F-8847-4C60-9532-4015A7802353}" dt="2026-05-05T21:31:50.542" v="2876" actId="20577"/>
          <ac:spMkLst>
            <pc:docMk/>
            <pc:sldMk cId="2903561166" sldId="290"/>
            <ac:spMk id="37" creationId="{72F54A64-D28E-43B0-AEBD-76C72CCE3CD4}"/>
          </ac:spMkLst>
        </pc:spChg>
      </pc:sldChg>
      <pc:sldChg chg="delSp add del mod">
        <pc:chgData name="Bill Guo" userId="103f95da-f635-4b8a-a4a2-71c7b42a9854" providerId="ADAL" clId="{4EC3DA5F-8847-4C60-9532-4015A7802353}" dt="2026-05-05T21:42:51.960" v="2909"/>
        <pc:sldMkLst>
          <pc:docMk/>
          <pc:sldMk cId="4034643661" sldId="291"/>
        </pc:sldMkLst>
        <pc:spChg chg="del">
          <ac:chgData name="Bill Guo" userId="103f95da-f635-4b8a-a4a2-71c7b42a9854" providerId="ADAL" clId="{4EC3DA5F-8847-4C60-9532-4015A7802353}" dt="2026-05-05T21:42:46.564" v="2906"/>
          <ac:spMkLst>
            <pc:docMk/>
            <pc:sldMk cId="4034643661" sldId="291"/>
            <ac:spMk id="48" creationId="{6AFB7504-F840-483B-9D1D-1B8165FEAFD4}"/>
          </ac:spMkLst>
        </pc:spChg>
        <pc:spChg chg="del">
          <ac:chgData name="Bill Guo" userId="103f95da-f635-4b8a-a4a2-71c7b42a9854" providerId="ADAL" clId="{4EC3DA5F-8847-4C60-9532-4015A7802353}" dt="2026-05-05T21:42:46.565" v="2907"/>
          <ac:spMkLst>
            <pc:docMk/>
            <pc:sldMk cId="4034643661" sldId="291"/>
            <ac:spMk id="49" creationId="{DC638A12-B5C0-4F53-882C-E31277455653}"/>
          </ac:spMkLst>
        </pc:spChg>
        <pc:picChg chg="del">
          <ac:chgData name="Bill Guo" userId="103f95da-f635-4b8a-a4a2-71c7b42a9854" providerId="ADAL" clId="{4EC3DA5F-8847-4C60-9532-4015A7802353}" dt="2026-05-05T21:42:46.563" v="2904"/>
          <ac:picMkLst>
            <pc:docMk/>
            <pc:sldMk cId="4034643661" sldId="291"/>
            <ac:picMk id="41" creationId="{B261A9C0-2B0F-89EA-35B0-CF78691E4249}"/>
          </ac:picMkLst>
        </pc:picChg>
        <pc:picChg chg="del">
          <ac:chgData name="Bill Guo" userId="103f95da-f635-4b8a-a4a2-71c7b42a9854" providerId="ADAL" clId="{4EC3DA5F-8847-4C60-9532-4015A7802353}" dt="2026-05-05T21:42:46.564" v="2905"/>
          <ac:picMkLst>
            <pc:docMk/>
            <pc:sldMk cId="4034643661" sldId="291"/>
            <ac:picMk id="43" creationId="{201B589D-C764-9928-3AD8-003338F1256C}"/>
          </ac:picMkLst>
        </pc:picChg>
      </pc:sldChg>
      <pc:sldChg chg="add del">
        <pc:chgData name="Bill Guo" userId="103f95da-f635-4b8a-a4a2-71c7b42a9854" providerId="ADAL" clId="{4EC3DA5F-8847-4C60-9532-4015A7802353}" dt="2026-05-05T21:42:53.862" v="2911"/>
        <pc:sldMkLst>
          <pc:docMk/>
          <pc:sldMk cId="3079371570" sldId="292"/>
        </pc:sldMkLst>
      </pc:sldChg>
      <pc:sldChg chg="addSp modSp add mod">
        <pc:chgData name="Bill Guo" userId="103f95da-f635-4b8a-a4a2-71c7b42a9854" providerId="ADAL" clId="{4EC3DA5F-8847-4C60-9532-4015A7802353}" dt="2026-05-06T09:50:23.279" v="3980" actId="20577"/>
        <pc:sldMkLst>
          <pc:docMk/>
          <pc:sldMk cId="3955863490" sldId="293"/>
        </pc:sldMkLst>
        <pc:spChg chg="add mod">
          <ac:chgData name="Bill Guo" userId="103f95da-f635-4b8a-a4a2-71c7b42a9854" providerId="ADAL" clId="{4EC3DA5F-8847-4C60-9532-4015A7802353}" dt="2026-05-05T21:43:30.296" v="2920"/>
          <ac:spMkLst>
            <pc:docMk/>
            <pc:sldMk cId="3955863490" sldId="293"/>
            <ac:spMk id="2" creationId="{9630D2A3-D96E-4121-8BED-F58C79E93D6D}"/>
          </ac:spMkLst>
        </pc:spChg>
        <pc:spChg chg="add mod">
          <ac:chgData name="Bill Guo" userId="103f95da-f635-4b8a-a4a2-71c7b42a9854" providerId="ADAL" clId="{4EC3DA5F-8847-4C60-9532-4015A7802353}" dt="2026-05-05T21:43:30.298" v="2925"/>
          <ac:spMkLst>
            <pc:docMk/>
            <pc:sldMk cId="3955863490" sldId="293"/>
            <ac:spMk id="3" creationId="{743B955E-76BF-4360-BA1C-0A9D606CCEA3}"/>
          </ac:spMkLst>
        </pc:spChg>
        <pc:spChg chg="add mod">
          <ac:chgData name="Bill Guo" userId="103f95da-f635-4b8a-a4a2-71c7b42a9854" providerId="ADAL" clId="{4EC3DA5F-8847-4C60-9532-4015A7802353}" dt="2026-05-05T21:43:30.299" v="2929"/>
          <ac:spMkLst>
            <pc:docMk/>
            <pc:sldMk cId="3955863490" sldId="293"/>
            <ac:spMk id="4" creationId="{CF9A776B-B65F-4126-BBDA-290947DEA491}"/>
          </ac:spMkLst>
        </pc:spChg>
        <pc:spChg chg="add mod">
          <ac:chgData name="Bill Guo" userId="103f95da-f635-4b8a-a4a2-71c7b42a9854" providerId="ADAL" clId="{4EC3DA5F-8847-4C60-9532-4015A7802353}" dt="2026-05-05T21:43:30.304" v="2939"/>
          <ac:spMkLst>
            <pc:docMk/>
            <pc:sldMk cId="3955863490" sldId="293"/>
            <ac:spMk id="5" creationId="{A44D6DFC-E00B-42DA-85CF-1D71512F8A13}"/>
          </ac:spMkLst>
        </pc:spChg>
        <pc:spChg chg="add mod">
          <ac:chgData name="Bill Guo" userId="103f95da-f635-4b8a-a4a2-71c7b42a9854" providerId="ADAL" clId="{4EC3DA5F-8847-4C60-9532-4015A7802353}" dt="2026-05-05T21:43:30.310" v="2949"/>
          <ac:spMkLst>
            <pc:docMk/>
            <pc:sldMk cId="3955863490" sldId="293"/>
            <ac:spMk id="6" creationId="{41025BD0-D03E-4EA3-B80A-53A13E16A256}"/>
          </ac:spMkLst>
        </pc:spChg>
        <pc:spChg chg="add mod">
          <ac:chgData name="Bill Guo" userId="103f95da-f635-4b8a-a4a2-71c7b42a9854" providerId="ADAL" clId="{4EC3DA5F-8847-4C60-9532-4015A7802353}" dt="2026-05-05T21:43:30.312" v="2954"/>
          <ac:spMkLst>
            <pc:docMk/>
            <pc:sldMk cId="3955863490" sldId="293"/>
            <ac:spMk id="7" creationId="{A14EDD9E-CDA4-4D39-94F4-AAED4F0143B5}"/>
          </ac:spMkLst>
        </pc:spChg>
        <pc:spChg chg="add mod">
          <ac:chgData name="Bill Guo" userId="103f95da-f635-4b8a-a4a2-71c7b42a9854" providerId="ADAL" clId="{4EC3DA5F-8847-4C60-9532-4015A7802353}" dt="2026-05-05T21:43:30.313" v="2958"/>
          <ac:spMkLst>
            <pc:docMk/>
            <pc:sldMk cId="3955863490" sldId="293"/>
            <ac:spMk id="8" creationId="{3FEF9840-C920-4D6D-9C04-F7A304E0CA2C}"/>
          </ac:spMkLst>
        </pc:spChg>
        <pc:spChg chg="add mod">
          <ac:chgData name="Bill Guo" userId="103f95da-f635-4b8a-a4a2-71c7b42a9854" providerId="ADAL" clId="{4EC3DA5F-8847-4C60-9532-4015A7802353}" dt="2026-05-05T21:43:30.317" v="2968"/>
          <ac:spMkLst>
            <pc:docMk/>
            <pc:sldMk cId="3955863490" sldId="293"/>
            <ac:spMk id="9" creationId="{5AFC7BDE-40F3-4C67-8025-25689774F764}"/>
          </ac:spMkLst>
        </pc:spChg>
        <pc:spChg chg="add mod">
          <ac:chgData name="Bill Guo" userId="103f95da-f635-4b8a-a4a2-71c7b42a9854" providerId="ADAL" clId="{4EC3DA5F-8847-4C60-9532-4015A7802353}" dt="2026-05-05T21:43:30.319" v="2978"/>
          <ac:spMkLst>
            <pc:docMk/>
            <pc:sldMk cId="3955863490" sldId="293"/>
            <ac:spMk id="10" creationId="{D0A98FB3-2C75-47E5-99FA-C438CAED3CA3}"/>
          </ac:spMkLst>
        </pc:spChg>
        <pc:spChg chg="add mod">
          <ac:chgData name="Bill Guo" userId="103f95da-f635-4b8a-a4a2-71c7b42a9854" providerId="ADAL" clId="{4EC3DA5F-8847-4C60-9532-4015A7802353}" dt="2026-05-05T21:43:30.321" v="2987"/>
          <ac:spMkLst>
            <pc:docMk/>
            <pc:sldMk cId="3955863490" sldId="293"/>
            <ac:spMk id="11" creationId="{2F8898B2-EAE7-4809-B618-FAF70E63F4DF}"/>
          </ac:spMkLst>
        </pc:spChg>
        <pc:spChg chg="add mod">
          <ac:chgData name="Bill Guo" userId="103f95da-f635-4b8a-a4a2-71c7b42a9854" providerId="ADAL" clId="{4EC3DA5F-8847-4C60-9532-4015A7802353}" dt="2026-05-05T21:43:30.323" v="2995"/>
          <ac:spMkLst>
            <pc:docMk/>
            <pc:sldMk cId="3955863490" sldId="293"/>
            <ac:spMk id="12" creationId="{D5EFA063-FB8E-426A-984F-F1C3055C55EC}"/>
          </ac:spMkLst>
        </pc:spChg>
        <pc:spChg chg="add mod">
          <ac:chgData name="Bill Guo" userId="103f95da-f635-4b8a-a4a2-71c7b42a9854" providerId="ADAL" clId="{4EC3DA5F-8847-4C60-9532-4015A7802353}" dt="2026-05-06T09:50:23.279" v="3980" actId="20577"/>
          <ac:spMkLst>
            <pc:docMk/>
            <pc:sldMk cId="3955863490" sldId="293"/>
            <ac:spMk id="13" creationId="{A831ABAF-CAC8-4039-A5C0-7C1300189787}"/>
          </ac:spMkLst>
        </pc:spChg>
        <pc:picChg chg="add mod">
          <ac:chgData name="Bill Guo" userId="103f95da-f635-4b8a-a4a2-71c7b42a9854" providerId="ADAL" clId="{4EC3DA5F-8847-4C60-9532-4015A7802353}" dt="2026-05-06T09:50:20.100" v="3974" actId="14100"/>
          <ac:picMkLst>
            <pc:docMk/>
            <pc:sldMk cId="3955863490" sldId="293"/>
            <ac:picMk id="14" creationId="{1733A0D5-DCC8-64A0-BB7B-FC5B0A548C56}"/>
          </ac:picMkLst>
        </pc:picChg>
      </pc:sldChg>
      <pc:sldChg chg="addSp delSp modSp add mod">
        <pc:chgData name="Bill Guo" userId="103f95da-f635-4b8a-a4a2-71c7b42a9854" providerId="ADAL" clId="{4EC3DA5F-8847-4C60-9532-4015A7802353}" dt="2026-05-06T09:41:06.756" v="3948" actId="313"/>
        <pc:sldMkLst>
          <pc:docMk/>
          <pc:sldMk cId="1103564806" sldId="294"/>
        </pc:sldMkLst>
        <pc:spChg chg="mod">
          <ac:chgData name="Bill Guo" userId="103f95da-f635-4b8a-a4a2-71c7b42a9854" providerId="ADAL" clId="{4EC3DA5F-8847-4C60-9532-4015A7802353}" dt="2026-05-06T09:39:25.815" v="3794" actId="20577"/>
          <ac:spMkLst>
            <pc:docMk/>
            <pc:sldMk cId="1103564806" sldId="294"/>
            <ac:spMk id="46" creationId="{B12DF2A8-690A-9362-59B3-6A78B6DB8755}"/>
          </ac:spMkLst>
        </pc:spChg>
        <pc:spChg chg="mod">
          <ac:chgData name="Bill Guo" userId="103f95da-f635-4b8a-a4a2-71c7b42a9854" providerId="ADAL" clId="{4EC3DA5F-8847-4C60-9532-4015A7802353}" dt="2026-05-06T09:39:20.390" v="3783" actId="14100"/>
          <ac:spMkLst>
            <pc:docMk/>
            <pc:sldMk cId="1103564806" sldId="294"/>
            <ac:spMk id="47" creationId="{6FE58507-3FC2-8BE1-E335-2AD2B4876F92}"/>
          </ac:spMkLst>
        </pc:spChg>
        <pc:spChg chg="mod">
          <ac:chgData name="Bill Guo" userId="103f95da-f635-4b8a-a4a2-71c7b42a9854" providerId="ADAL" clId="{4EC3DA5F-8847-4C60-9532-4015A7802353}" dt="2026-05-06T09:41:06.756" v="3948" actId="313"/>
          <ac:spMkLst>
            <pc:docMk/>
            <pc:sldMk cId="1103564806" sldId="294"/>
            <ac:spMk id="49" creationId="{179C28CA-6E7D-6E3A-2226-2767B56E9782}"/>
          </ac:spMkLst>
        </pc:spChg>
        <pc:picChg chg="del">
          <ac:chgData name="Bill Guo" userId="103f95da-f635-4b8a-a4a2-71c7b42a9854" providerId="ADAL" clId="{4EC3DA5F-8847-4C60-9532-4015A7802353}" dt="2026-05-06T09:36:31.342" v="3644" actId="478"/>
          <ac:picMkLst>
            <pc:docMk/>
            <pc:sldMk cId="1103564806" sldId="294"/>
            <ac:picMk id="3" creationId="{1EC3F1AA-E301-9390-C3B2-943781A68F49}"/>
          </ac:picMkLst>
        </pc:picChg>
        <pc:picChg chg="add del mod">
          <ac:chgData name="Bill Guo" userId="103f95da-f635-4b8a-a4a2-71c7b42a9854" providerId="ADAL" clId="{4EC3DA5F-8847-4C60-9532-4015A7802353}" dt="2026-05-06T09:38:15.362" v="3691" actId="478"/>
          <ac:picMkLst>
            <pc:docMk/>
            <pc:sldMk cId="1103564806" sldId="294"/>
            <ac:picMk id="4" creationId="{98E1B48E-0838-FAD5-55F2-54069890A001}"/>
          </ac:picMkLst>
        </pc:picChg>
        <pc:picChg chg="add del mod">
          <ac:chgData name="Bill Guo" userId="103f95da-f635-4b8a-a4a2-71c7b42a9854" providerId="ADAL" clId="{4EC3DA5F-8847-4C60-9532-4015A7802353}" dt="2026-05-06T09:37:42.329" v="3685" actId="478"/>
          <ac:picMkLst>
            <pc:docMk/>
            <pc:sldMk cId="1103564806" sldId="294"/>
            <ac:picMk id="6" creationId="{62C75D3D-CC87-99F4-F21E-697C248A83DD}"/>
          </ac:picMkLst>
        </pc:picChg>
        <pc:picChg chg="add mod modCrop">
          <ac:chgData name="Bill Guo" userId="103f95da-f635-4b8a-a4a2-71c7b42a9854" providerId="ADAL" clId="{4EC3DA5F-8847-4C60-9532-4015A7802353}" dt="2026-05-06T09:39:31.052" v="3795" actId="1076"/>
          <ac:picMkLst>
            <pc:docMk/>
            <pc:sldMk cId="1103564806" sldId="294"/>
            <ac:picMk id="8" creationId="{FBFA0374-D4E3-F85B-A6F7-DA486E708A21}"/>
          </ac:picMkLst>
        </pc:picChg>
        <pc:picChg chg="add mod modCrop">
          <ac:chgData name="Bill Guo" userId="103f95da-f635-4b8a-a4a2-71c7b42a9854" providerId="ADAL" clId="{4EC3DA5F-8847-4C60-9532-4015A7802353}" dt="2026-05-06T09:38:32.292" v="3697" actId="1076"/>
          <ac:picMkLst>
            <pc:docMk/>
            <pc:sldMk cId="1103564806" sldId="294"/>
            <ac:picMk id="10" creationId="{70129C8B-436C-C923-A5CD-FCB037E037E9}"/>
          </ac:picMkLst>
        </pc:picChg>
        <pc:picChg chg="del">
          <ac:chgData name="Bill Guo" userId="103f95da-f635-4b8a-a4a2-71c7b42a9854" providerId="ADAL" clId="{4EC3DA5F-8847-4C60-9532-4015A7802353}" dt="2026-05-06T09:36:30.557" v="3642" actId="478"/>
          <ac:picMkLst>
            <pc:docMk/>
            <pc:sldMk cId="1103564806" sldId="294"/>
            <ac:picMk id="41" creationId="{88027C9B-1DC8-EB9B-295D-8BF295C57078}"/>
          </ac:picMkLst>
        </pc:picChg>
        <pc:picChg chg="del">
          <ac:chgData name="Bill Guo" userId="103f95da-f635-4b8a-a4a2-71c7b42a9854" providerId="ADAL" clId="{4EC3DA5F-8847-4C60-9532-4015A7802353}" dt="2026-05-06T09:36:30.967" v="3643" actId="478"/>
          <ac:picMkLst>
            <pc:docMk/>
            <pc:sldMk cId="1103564806" sldId="294"/>
            <ac:picMk id="43" creationId="{A876941F-4AE2-1E49-49BE-7D534FC0FC69}"/>
          </ac:picMkLst>
        </pc:picChg>
      </pc:sldChg>
      <pc:sldChg chg="delSp add del mod">
        <pc:chgData name="Bill Guo" userId="103f95da-f635-4b8a-a4a2-71c7b42a9854" providerId="ADAL" clId="{4EC3DA5F-8847-4C60-9532-4015A7802353}" dt="2026-05-06T09:33:10.247" v="3601" actId="47"/>
        <pc:sldMkLst>
          <pc:docMk/>
          <pc:sldMk cId="3068105310" sldId="294"/>
        </pc:sldMkLst>
        <pc:picChg chg="del">
          <ac:chgData name="Bill Guo" userId="103f95da-f635-4b8a-a4a2-71c7b42a9854" providerId="ADAL" clId="{4EC3DA5F-8847-4C60-9532-4015A7802353}" dt="2026-05-06T09:32:56.572" v="3600" actId="478"/>
          <ac:picMkLst>
            <pc:docMk/>
            <pc:sldMk cId="3068105310" sldId="294"/>
            <ac:picMk id="3" creationId="{AB3B88FC-29ED-E64A-A255-7E131FF06726}"/>
          </ac:picMkLst>
        </pc:picChg>
        <pc:picChg chg="del">
          <ac:chgData name="Bill Guo" userId="103f95da-f635-4b8a-a4a2-71c7b42a9854" providerId="ADAL" clId="{4EC3DA5F-8847-4C60-9532-4015A7802353}" dt="2026-05-06T09:32:55.861" v="3598" actId="478"/>
          <ac:picMkLst>
            <pc:docMk/>
            <pc:sldMk cId="3068105310" sldId="294"/>
            <ac:picMk id="41" creationId="{4121F295-2970-01F0-8361-827B997F0561}"/>
          </ac:picMkLst>
        </pc:picChg>
        <pc:picChg chg="del">
          <ac:chgData name="Bill Guo" userId="103f95da-f635-4b8a-a4a2-71c7b42a9854" providerId="ADAL" clId="{4EC3DA5F-8847-4C60-9532-4015A7802353}" dt="2026-05-06T09:32:56.230" v="3599" actId="478"/>
          <ac:picMkLst>
            <pc:docMk/>
            <pc:sldMk cId="3068105310" sldId="294"/>
            <ac:picMk id="43" creationId="{AB629909-05EA-9B38-4A16-D229D99919C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7024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4FBCE-0206-D5FB-E523-BDD97043D1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30855-13FA-95E7-46AD-1360E0E76B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69C59-3980-4566-C7EB-3D62D163A1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5854B3-F8D8-C1E2-D6FD-469D252FB54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0848943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A9F8B-CDE0-97D8-3F44-19AEF1988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D1057-1CC8-4003-B417-C42AB3297C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95328-85E6-C88F-8A74-03FEB687B0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DB6887-9DAB-A664-80A2-33ECFDFADB91}"/>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85967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FE1DC-C802-B113-1401-AE07A9A5C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EE18E-5D45-C818-B676-19AC637F8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174C5B-C1B4-2975-32F2-E8E67D9E70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D8FCC9-D1D3-C274-2B76-8692DFD3140D}"/>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3958875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8C0C-CC3E-2BE2-D233-27C5E5689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8A269-6D49-829F-D7F7-15D1AA6D8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CA2C7-6991-78E8-186F-30199BA1AB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61D16C-845B-529B-2800-C4E1660D4A42}"/>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551198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8C0C-CC3E-2BE2-D233-27C5E5689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78A269-6D49-829F-D7F7-15D1AA6D84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0CA2C7-6991-78E8-186F-30199BA1AB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61D16C-845B-529B-2800-C4E1660D4A42}"/>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055119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5" name="Shape 3"/>
          <p:cNvSpPr/>
          <p:nvPr/>
        </p:nvSpPr>
        <p:spPr>
          <a:xfrm>
            <a:off x="2286000" y="2423160"/>
            <a:ext cx="5029200" cy="0"/>
          </a:xfrm>
          <a:prstGeom prst="line">
            <a:avLst/>
          </a:prstGeom>
          <a:noFill/>
          <a:ln w="12700">
            <a:solidFill>
              <a:srgbClr val="1E2530"/>
            </a:solidFill>
            <a:prstDash val="solid"/>
          </a:ln>
        </p:spPr>
        <p:txBody>
          <a:bodyPr/>
          <a:lstStyle/>
          <a:p>
            <a:endParaRPr lang="en-GB"/>
          </a:p>
        </p:txBody>
      </p:sp>
      <p:sp>
        <p:nvSpPr>
          <p:cNvPr id="6" name="Text 4"/>
          <p:cNvSpPr/>
          <p:nvPr/>
        </p:nvSpPr>
        <p:spPr>
          <a:xfrm>
            <a:off x="2286000" y="2651760"/>
            <a:ext cx="5029200" cy="731520"/>
          </a:xfrm>
          <a:prstGeom prst="rect">
            <a:avLst/>
          </a:prstGeom>
          <a:noFill/>
          <a:ln/>
        </p:spPr>
        <p:txBody>
          <a:bodyPr wrap="square" lIns="0" tIns="0" rIns="0" bIns="0" rtlCol="0" anchor="ctr"/>
          <a:lstStyle/>
          <a:p>
            <a:pPr marL="0" indent="0">
              <a:buNone/>
            </a:pPr>
            <a:r>
              <a:rPr lang="en-US" sz="1400" dirty="0">
                <a:solidFill>
                  <a:srgbClr val="9CA3AF"/>
                </a:solidFill>
                <a:latin typeface="Open Sans" pitchFamily="34" charset="0"/>
                <a:ea typeface="Open Sans" pitchFamily="34" charset="-122"/>
                <a:cs typeface="Open Sans" pitchFamily="34" charset="-120"/>
              </a:rPr>
              <a:t>A useful frame for what AI is — and isn’t — for our profession.</a:t>
            </a:r>
            <a:endParaRPr lang="en-US" sz="1400" dirty="0"/>
          </a:p>
        </p:txBody>
      </p:sp>
      <p:pic>
        <p:nvPicPr>
          <p:cNvPr id="7" name="Image 0" descr="preencoded.png"/>
          <p:cNvPicPr>
            <a:picLocks noChangeAspect="1"/>
          </p:cNvPicPr>
          <p:nvPr/>
        </p:nvPicPr>
        <p:blipFill>
          <a:blip r:embed="rId3"/>
          <a:stretch>
            <a:fillRect/>
          </a:stretch>
        </p:blipFill>
        <p:spPr>
          <a:xfrm>
            <a:off x="8321040" y="4434840"/>
            <a:ext cx="457200" cy="457200"/>
          </a:xfrm>
          <a:prstGeom prst="rect">
            <a:avLst/>
          </a:prstGeom>
        </p:spPr>
      </p:pic>
      <p:sp>
        <p:nvSpPr>
          <p:cNvPr id="8" name="Shape 5"/>
          <p:cNvSpPr/>
          <p:nvPr/>
        </p:nvSpPr>
        <p:spPr>
          <a:xfrm>
            <a:off x="0" y="5106924"/>
            <a:ext cx="9144000" cy="36576"/>
          </a:xfrm>
          <a:prstGeom prst="rect">
            <a:avLst/>
          </a:prstGeom>
          <a:solidFill>
            <a:srgbClr val="F96532"/>
          </a:solidFill>
          <a:ln/>
        </p:spPr>
        <p:txBody>
          <a:bodyPr/>
          <a:lstStyle/>
          <a:p>
            <a:endParaRPr lang="en-GB"/>
          </a:p>
        </p:txBody>
      </p:sp>
      <p:pic>
        <p:nvPicPr>
          <p:cNvPr id="1038" name="Picture 14" descr="Hanging Judge | Good start to the new season | News24">
            <a:extLst>
              <a:ext uri="{FF2B5EF4-FFF2-40B4-BE49-F238E27FC236}">
                <a16:creationId xmlns:a16="http://schemas.microsoft.com/office/drawing/2014/main" id="{B1AAFAC1-2D56-7F64-3CA9-4BFA7F2D3D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79388"/>
            <a:ext cx="9144000" cy="65954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 2"/>
          <p:cNvSpPr/>
          <p:nvPr/>
        </p:nvSpPr>
        <p:spPr>
          <a:xfrm>
            <a:off x="914400" y="4363707"/>
            <a:ext cx="7527851" cy="731520"/>
          </a:xfrm>
          <a:prstGeom prst="rect">
            <a:avLst/>
          </a:prstGeom>
          <a:noFill/>
          <a:ln/>
        </p:spPr>
        <p:txBody>
          <a:bodyPr wrap="square" lIns="0" tIns="0" rIns="0" bIns="0" rtlCol="0" anchor="ctr"/>
          <a:lstStyle/>
          <a:p>
            <a:pPr marL="0" indent="0">
              <a:buNone/>
            </a:pPr>
            <a:r>
              <a:rPr lang="en-US" sz="3800" b="1" dirty="0">
                <a:solidFill>
                  <a:srgbClr val="FFFFFF"/>
                </a:solidFill>
                <a:latin typeface="Montserrat" pitchFamily="34" charset="0"/>
                <a:ea typeface="Montserrat" pitchFamily="34" charset="-122"/>
                <a:cs typeface="Montserrat" pitchFamily="34" charset="-120"/>
              </a:rPr>
              <a:t>Can AI replace the referee?</a:t>
            </a:r>
            <a:endParaRPr lang="en-US" sz="3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4389120" y="0"/>
            <a:ext cx="4114800" cy="5143500"/>
          </a:xfrm>
          <a:prstGeom prst="line">
            <a:avLst/>
          </a:prstGeom>
          <a:noFill/>
          <a:ln w="6350">
            <a:solidFill>
              <a:srgbClr val="171D27"/>
            </a:solidFill>
            <a:prstDash val="solid"/>
          </a:ln>
        </p:spPr>
        <p:txBody>
          <a:bodyPr/>
          <a:lstStyle/>
          <a:p>
            <a:endParaRPr lang="en-GB"/>
          </a:p>
        </p:txBody>
      </p:sp>
      <p:sp>
        <p:nvSpPr>
          <p:cNvPr id="3" name="Shape 1"/>
          <p:cNvSpPr/>
          <p:nvPr/>
        </p:nvSpPr>
        <p:spPr>
          <a:xfrm>
            <a:off x="-3657600" y="0"/>
            <a:ext cx="4114800" cy="5143500"/>
          </a:xfrm>
          <a:prstGeom prst="line">
            <a:avLst/>
          </a:prstGeom>
          <a:noFill/>
          <a:ln w="6350">
            <a:solidFill>
              <a:srgbClr val="171D27"/>
            </a:solidFill>
            <a:prstDash val="solid"/>
          </a:ln>
        </p:spPr>
        <p:txBody>
          <a:bodyPr/>
          <a:lstStyle/>
          <a:p>
            <a:endParaRPr lang="en-GB"/>
          </a:p>
        </p:txBody>
      </p:sp>
      <p:sp>
        <p:nvSpPr>
          <p:cNvPr id="4" name="Shape 2"/>
          <p:cNvSpPr/>
          <p:nvPr/>
        </p:nvSpPr>
        <p:spPr>
          <a:xfrm>
            <a:off x="-2926080" y="0"/>
            <a:ext cx="4114800" cy="5143500"/>
          </a:xfrm>
          <a:prstGeom prst="line">
            <a:avLst/>
          </a:prstGeom>
          <a:noFill/>
          <a:ln w="6350">
            <a:solidFill>
              <a:srgbClr val="171D27"/>
            </a:solidFill>
            <a:prstDash val="solid"/>
          </a:ln>
        </p:spPr>
        <p:txBody>
          <a:bodyPr/>
          <a:lstStyle/>
          <a:p>
            <a:endParaRPr lang="en-GB"/>
          </a:p>
        </p:txBody>
      </p:sp>
      <p:sp>
        <p:nvSpPr>
          <p:cNvPr id="5" name="Shape 3"/>
          <p:cNvSpPr/>
          <p:nvPr/>
        </p:nvSpPr>
        <p:spPr>
          <a:xfrm>
            <a:off x="-2194560" y="0"/>
            <a:ext cx="4114800" cy="5143500"/>
          </a:xfrm>
          <a:prstGeom prst="line">
            <a:avLst/>
          </a:prstGeom>
          <a:noFill/>
          <a:ln w="6350">
            <a:solidFill>
              <a:srgbClr val="171D27"/>
            </a:solidFill>
            <a:prstDash val="solid"/>
          </a:ln>
        </p:spPr>
        <p:txBody>
          <a:bodyPr/>
          <a:lstStyle/>
          <a:p>
            <a:endParaRPr lang="en-GB"/>
          </a:p>
        </p:txBody>
      </p:sp>
      <p:sp>
        <p:nvSpPr>
          <p:cNvPr id="6" name="Shape 4"/>
          <p:cNvSpPr/>
          <p:nvPr/>
        </p:nvSpPr>
        <p:spPr>
          <a:xfrm>
            <a:off x="-1463040" y="0"/>
            <a:ext cx="4114800" cy="5143500"/>
          </a:xfrm>
          <a:prstGeom prst="line">
            <a:avLst/>
          </a:prstGeom>
          <a:noFill/>
          <a:ln w="6350">
            <a:solidFill>
              <a:srgbClr val="171D27"/>
            </a:solidFill>
            <a:prstDash val="solid"/>
          </a:ln>
        </p:spPr>
        <p:txBody>
          <a:bodyPr/>
          <a:lstStyle/>
          <a:p>
            <a:endParaRPr lang="en-GB"/>
          </a:p>
        </p:txBody>
      </p:sp>
      <p:sp>
        <p:nvSpPr>
          <p:cNvPr id="7" name="Shape 5"/>
          <p:cNvSpPr/>
          <p:nvPr/>
        </p:nvSpPr>
        <p:spPr>
          <a:xfrm>
            <a:off x="-731520" y="0"/>
            <a:ext cx="4114800" cy="5143500"/>
          </a:xfrm>
          <a:prstGeom prst="line">
            <a:avLst/>
          </a:prstGeom>
          <a:noFill/>
          <a:ln w="6350">
            <a:solidFill>
              <a:srgbClr val="171D27"/>
            </a:solidFill>
            <a:prstDash val="solid"/>
          </a:ln>
        </p:spPr>
        <p:txBody>
          <a:bodyPr/>
          <a:lstStyle/>
          <a:p>
            <a:endParaRPr lang="en-GB"/>
          </a:p>
        </p:txBody>
      </p:sp>
      <p:sp>
        <p:nvSpPr>
          <p:cNvPr id="8" name="Shape 6"/>
          <p:cNvSpPr/>
          <p:nvPr/>
        </p:nvSpPr>
        <p:spPr>
          <a:xfrm>
            <a:off x="0" y="0"/>
            <a:ext cx="4114800" cy="5143500"/>
          </a:xfrm>
          <a:prstGeom prst="line">
            <a:avLst/>
          </a:prstGeom>
          <a:noFill/>
          <a:ln w="6350">
            <a:solidFill>
              <a:srgbClr val="171D27"/>
            </a:solidFill>
            <a:prstDash val="solid"/>
          </a:ln>
        </p:spPr>
        <p:txBody>
          <a:bodyPr/>
          <a:lstStyle/>
          <a:p>
            <a:endParaRPr lang="en-GB"/>
          </a:p>
        </p:txBody>
      </p:sp>
      <p:sp>
        <p:nvSpPr>
          <p:cNvPr id="9" name="Shape 7"/>
          <p:cNvSpPr/>
          <p:nvPr/>
        </p:nvSpPr>
        <p:spPr>
          <a:xfrm>
            <a:off x="731520" y="0"/>
            <a:ext cx="4114800" cy="5143500"/>
          </a:xfrm>
          <a:prstGeom prst="line">
            <a:avLst/>
          </a:prstGeom>
          <a:noFill/>
          <a:ln w="6350">
            <a:solidFill>
              <a:srgbClr val="171D27"/>
            </a:solidFill>
            <a:prstDash val="solid"/>
          </a:ln>
        </p:spPr>
        <p:txBody>
          <a:bodyPr/>
          <a:lstStyle/>
          <a:p>
            <a:endParaRPr lang="en-GB"/>
          </a:p>
        </p:txBody>
      </p:sp>
      <p:sp>
        <p:nvSpPr>
          <p:cNvPr id="10" name="Shape 8"/>
          <p:cNvSpPr/>
          <p:nvPr/>
        </p:nvSpPr>
        <p:spPr>
          <a:xfrm>
            <a:off x="1463040" y="0"/>
            <a:ext cx="4114800" cy="5143500"/>
          </a:xfrm>
          <a:prstGeom prst="line">
            <a:avLst/>
          </a:prstGeom>
          <a:noFill/>
          <a:ln w="6350">
            <a:solidFill>
              <a:srgbClr val="171D27"/>
            </a:solidFill>
            <a:prstDash val="solid"/>
          </a:ln>
        </p:spPr>
        <p:txBody>
          <a:bodyPr/>
          <a:lstStyle/>
          <a:p>
            <a:endParaRPr lang="en-GB"/>
          </a:p>
        </p:txBody>
      </p:sp>
      <p:sp>
        <p:nvSpPr>
          <p:cNvPr id="11" name="Shape 9"/>
          <p:cNvSpPr/>
          <p:nvPr/>
        </p:nvSpPr>
        <p:spPr>
          <a:xfrm>
            <a:off x="2194560" y="0"/>
            <a:ext cx="4114800" cy="5143500"/>
          </a:xfrm>
          <a:prstGeom prst="line">
            <a:avLst/>
          </a:prstGeom>
          <a:noFill/>
          <a:ln w="6350">
            <a:solidFill>
              <a:srgbClr val="171D27"/>
            </a:solidFill>
            <a:prstDash val="solid"/>
          </a:ln>
        </p:spPr>
        <p:txBody>
          <a:bodyPr/>
          <a:lstStyle/>
          <a:p>
            <a:endParaRPr lang="en-GB"/>
          </a:p>
        </p:txBody>
      </p:sp>
      <p:sp>
        <p:nvSpPr>
          <p:cNvPr id="12" name="Shape 10"/>
          <p:cNvSpPr/>
          <p:nvPr/>
        </p:nvSpPr>
        <p:spPr>
          <a:xfrm>
            <a:off x="2926080" y="0"/>
            <a:ext cx="4114800" cy="5143500"/>
          </a:xfrm>
          <a:prstGeom prst="line">
            <a:avLst/>
          </a:prstGeom>
          <a:noFill/>
          <a:ln w="6350">
            <a:solidFill>
              <a:srgbClr val="171D27"/>
            </a:solidFill>
            <a:prstDash val="solid"/>
          </a:ln>
        </p:spPr>
        <p:txBody>
          <a:bodyPr/>
          <a:lstStyle/>
          <a:p>
            <a:endParaRPr lang="en-GB"/>
          </a:p>
        </p:txBody>
      </p:sp>
      <p:sp>
        <p:nvSpPr>
          <p:cNvPr id="13" name="Shape 11"/>
          <p:cNvSpPr/>
          <p:nvPr/>
        </p:nvSpPr>
        <p:spPr>
          <a:xfrm>
            <a:off x="3657600" y="0"/>
            <a:ext cx="4114800" cy="5143500"/>
          </a:xfrm>
          <a:prstGeom prst="line">
            <a:avLst/>
          </a:prstGeom>
          <a:noFill/>
          <a:ln w="6350">
            <a:solidFill>
              <a:srgbClr val="171D27"/>
            </a:solidFill>
            <a:prstDash val="solid"/>
          </a:ln>
        </p:spPr>
        <p:txBody>
          <a:bodyPr/>
          <a:lstStyle/>
          <a:p>
            <a:endParaRPr lang="en-GB"/>
          </a:p>
        </p:txBody>
      </p:sp>
      <p:sp>
        <p:nvSpPr>
          <p:cNvPr id="14" name="Shape 12"/>
          <p:cNvSpPr/>
          <p:nvPr/>
        </p:nvSpPr>
        <p:spPr>
          <a:xfrm>
            <a:off x="4389120" y="0"/>
            <a:ext cx="4114800" cy="5143500"/>
          </a:xfrm>
          <a:prstGeom prst="line">
            <a:avLst/>
          </a:prstGeom>
          <a:noFill/>
          <a:ln w="6350">
            <a:solidFill>
              <a:srgbClr val="171D27"/>
            </a:solidFill>
            <a:prstDash val="solid"/>
          </a:ln>
        </p:spPr>
        <p:txBody>
          <a:bodyPr/>
          <a:lstStyle/>
          <a:p>
            <a:endParaRPr lang="en-GB"/>
          </a:p>
        </p:txBody>
      </p:sp>
      <p:sp>
        <p:nvSpPr>
          <p:cNvPr id="15" name="Shape 13"/>
          <p:cNvSpPr/>
          <p:nvPr/>
        </p:nvSpPr>
        <p:spPr>
          <a:xfrm>
            <a:off x="5120640" y="0"/>
            <a:ext cx="4114800" cy="5143500"/>
          </a:xfrm>
          <a:prstGeom prst="line">
            <a:avLst/>
          </a:prstGeom>
          <a:noFill/>
          <a:ln w="6350">
            <a:solidFill>
              <a:srgbClr val="171D27"/>
            </a:solidFill>
            <a:prstDash val="solid"/>
          </a:ln>
        </p:spPr>
        <p:txBody>
          <a:bodyPr/>
          <a:lstStyle/>
          <a:p>
            <a:endParaRPr lang="en-GB"/>
          </a:p>
        </p:txBody>
      </p:sp>
      <p:sp>
        <p:nvSpPr>
          <p:cNvPr id="16" name="Shape 14"/>
          <p:cNvSpPr/>
          <p:nvPr/>
        </p:nvSpPr>
        <p:spPr>
          <a:xfrm>
            <a:off x="5852160" y="0"/>
            <a:ext cx="4114800" cy="5143500"/>
          </a:xfrm>
          <a:prstGeom prst="line">
            <a:avLst/>
          </a:prstGeom>
          <a:noFill/>
          <a:ln w="6350">
            <a:solidFill>
              <a:srgbClr val="171D27"/>
            </a:solidFill>
            <a:prstDash val="solid"/>
          </a:ln>
        </p:spPr>
        <p:txBody>
          <a:bodyPr/>
          <a:lstStyle/>
          <a:p>
            <a:endParaRPr lang="en-GB"/>
          </a:p>
        </p:txBody>
      </p:sp>
      <p:sp>
        <p:nvSpPr>
          <p:cNvPr id="17" name="Shape 15"/>
          <p:cNvSpPr/>
          <p:nvPr/>
        </p:nvSpPr>
        <p:spPr>
          <a:xfrm>
            <a:off x="6583680" y="0"/>
            <a:ext cx="4114800" cy="5143500"/>
          </a:xfrm>
          <a:prstGeom prst="line">
            <a:avLst/>
          </a:prstGeom>
          <a:noFill/>
          <a:ln w="6350">
            <a:solidFill>
              <a:srgbClr val="171D27"/>
            </a:solidFill>
            <a:prstDash val="solid"/>
          </a:ln>
        </p:spPr>
        <p:txBody>
          <a:bodyPr/>
          <a:lstStyle/>
          <a:p>
            <a:endParaRPr lang="en-GB"/>
          </a:p>
        </p:txBody>
      </p:sp>
      <p:sp>
        <p:nvSpPr>
          <p:cNvPr id="18" name="Shape 16"/>
          <p:cNvSpPr/>
          <p:nvPr/>
        </p:nvSpPr>
        <p:spPr>
          <a:xfrm>
            <a:off x="7315200" y="0"/>
            <a:ext cx="4114800" cy="5143500"/>
          </a:xfrm>
          <a:prstGeom prst="line">
            <a:avLst/>
          </a:prstGeom>
          <a:noFill/>
          <a:ln w="6350">
            <a:solidFill>
              <a:srgbClr val="171D27"/>
            </a:solidFill>
            <a:prstDash val="solid"/>
          </a:ln>
        </p:spPr>
        <p:txBody>
          <a:bodyPr/>
          <a:lstStyle/>
          <a:p>
            <a:endParaRPr lang="en-GB"/>
          </a:p>
        </p:txBody>
      </p:sp>
      <p:sp>
        <p:nvSpPr>
          <p:cNvPr id="19" name="Shape 17"/>
          <p:cNvSpPr/>
          <p:nvPr/>
        </p:nvSpPr>
        <p:spPr>
          <a:xfrm>
            <a:off x="8046720" y="0"/>
            <a:ext cx="4114800" cy="5143500"/>
          </a:xfrm>
          <a:prstGeom prst="line">
            <a:avLst/>
          </a:prstGeom>
          <a:noFill/>
          <a:ln w="6350">
            <a:solidFill>
              <a:srgbClr val="171D27"/>
            </a:solidFill>
            <a:prstDash val="solid"/>
          </a:ln>
        </p:spPr>
        <p:txBody>
          <a:bodyPr/>
          <a:lstStyle/>
          <a:p>
            <a:endParaRPr lang="en-GB"/>
          </a:p>
        </p:txBody>
      </p:sp>
      <p:sp>
        <p:nvSpPr>
          <p:cNvPr id="20" name="Shape 18"/>
          <p:cNvSpPr/>
          <p:nvPr/>
        </p:nvSpPr>
        <p:spPr>
          <a:xfrm>
            <a:off x="8778240" y="0"/>
            <a:ext cx="4114800" cy="5143500"/>
          </a:xfrm>
          <a:prstGeom prst="line">
            <a:avLst/>
          </a:prstGeom>
          <a:noFill/>
          <a:ln w="6350">
            <a:solidFill>
              <a:srgbClr val="171D27"/>
            </a:solidFill>
            <a:prstDash val="solid"/>
          </a:ln>
        </p:spPr>
        <p:txBody>
          <a:bodyPr/>
          <a:lstStyle/>
          <a:p>
            <a:endParaRPr lang="en-GB"/>
          </a:p>
        </p:txBody>
      </p:sp>
      <p:sp>
        <p:nvSpPr>
          <p:cNvPr id="21" name="Shape 19"/>
          <p:cNvSpPr/>
          <p:nvPr/>
        </p:nvSpPr>
        <p:spPr>
          <a:xfrm>
            <a:off x="9509760" y="0"/>
            <a:ext cx="4114800" cy="5143500"/>
          </a:xfrm>
          <a:prstGeom prst="line">
            <a:avLst/>
          </a:prstGeom>
          <a:noFill/>
          <a:ln w="6350">
            <a:solidFill>
              <a:srgbClr val="171D27"/>
            </a:solidFill>
            <a:prstDash val="solid"/>
          </a:ln>
        </p:spPr>
        <p:txBody>
          <a:bodyPr/>
          <a:lstStyle/>
          <a:p>
            <a:endParaRPr lang="en-GB"/>
          </a:p>
        </p:txBody>
      </p:sp>
      <p:sp>
        <p:nvSpPr>
          <p:cNvPr id="22" name="Shape 20"/>
          <p:cNvSpPr/>
          <p:nvPr/>
        </p:nvSpPr>
        <p:spPr>
          <a:xfrm>
            <a:off x="10241280" y="0"/>
            <a:ext cx="4114800" cy="5143500"/>
          </a:xfrm>
          <a:prstGeom prst="line">
            <a:avLst/>
          </a:prstGeom>
          <a:noFill/>
          <a:ln w="6350">
            <a:solidFill>
              <a:srgbClr val="171D27"/>
            </a:solidFill>
            <a:prstDash val="solid"/>
          </a:ln>
        </p:spPr>
        <p:txBody>
          <a:bodyPr/>
          <a:lstStyle/>
          <a:p>
            <a:endParaRPr lang="en-GB"/>
          </a:p>
        </p:txBody>
      </p:sp>
      <p:sp>
        <p:nvSpPr>
          <p:cNvPr id="23" name="Shape 21"/>
          <p:cNvSpPr/>
          <p:nvPr/>
        </p:nvSpPr>
        <p:spPr>
          <a:xfrm>
            <a:off x="10972800" y="0"/>
            <a:ext cx="4114800" cy="5143500"/>
          </a:xfrm>
          <a:prstGeom prst="line">
            <a:avLst/>
          </a:prstGeom>
          <a:noFill/>
          <a:ln w="6350">
            <a:solidFill>
              <a:srgbClr val="171D27"/>
            </a:solidFill>
            <a:prstDash val="solid"/>
          </a:ln>
        </p:spPr>
        <p:txBody>
          <a:bodyPr/>
          <a:lstStyle/>
          <a:p>
            <a:endParaRPr lang="en-GB"/>
          </a:p>
        </p:txBody>
      </p:sp>
      <p:sp>
        <p:nvSpPr>
          <p:cNvPr id="24" name="Shape 22"/>
          <p:cNvSpPr/>
          <p:nvPr/>
        </p:nvSpPr>
        <p:spPr>
          <a:xfrm>
            <a:off x="11704320" y="0"/>
            <a:ext cx="4114800" cy="5143500"/>
          </a:xfrm>
          <a:prstGeom prst="line">
            <a:avLst/>
          </a:prstGeom>
          <a:noFill/>
          <a:ln w="6350">
            <a:solidFill>
              <a:srgbClr val="171D27"/>
            </a:solidFill>
            <a:prstDash val="solid"/>
          </a:ln>
        </p:spPr>
        <p:txBody>
          <a:bodyPr/>
          <a:lstStyle/>
          <a:p>
            <a:endParaRPr lang="en-GB"/>
          </a:p>
        </p:txBody>
      </p:sp>
      <p:sp>
        <p:nvSpPr>
          <p:cNvPr id="25" name="Shape 23"/>
          <p:cNvSpPr/>
          <p:nvPr/>
        </p:nvSpPr>
        <p:spPr>
          <a:xfrm>
            <a:off x="12435840" y="0"/>
            <a:ext cx="4114800" cy="5143500"/>
          </a:xfrm>
          <a:prstGeom prst="line">
            <a:avLst/>
          </a:prstGeom>
          <a:noFill/>
          <a:ln w="6350">
            <a:solidFill>
              <a:srgbClr val="171D27"/>
            </a:solidFill>
            <a:prstDash val="solid"/>
          </a:ln>
        </p:spPr>
        <p:txBody>
          <a:bodyPr/>
          <a:lstStyle/>
          <a:p>
            <a:endParaRPr lang="en-GB"/>
          </a:p>
        </p:txBody>
      </p:sp>
      <p:sp>
        <p:nvSpPr>
          <p:cNvPr id="26" name="Shape 24"/>
          <p:cNvSpPr/>
          <p:nvPr/>
        </p:nvSpPr>
        <p:spPr>
          <a:xfrm>
            <a:off x="13167360" y="0"/>
            <a:ext cx="4114800" cy="5143500"/>
          </a:xfrm>
          <a:prstGeom prst="line">
            <a:avLst/>
          </a:prstGeom>
          <a:noFill/>
          <a:ln w="6350">
            <a:solidFill>
              <a:srgbClr val="171D27"/>
            </a:solidFill>
            <a:prstDash val="solid"/>
          </a:ln>
        </p:spPr>
        <p:txBody>
          <a:bodyPr/>
          <a:lstStyle/>
          <a:p>
            <a:endParaRPr lang="en-GB"/>
          </a:p>
        </p:txBody>
      </p:sp>
      <p:sp>
        <p:nvSpPr>
          <p:cNvPr id="27" name="Shape 25"/>
          <p:cNvSpPr/>
          <p:nvPr/>
        </p:nvSpPr>
        <p:spPr>
          <a:xfrm>
            <a:off x="13898880" y="0"/>
            <a:ext cx="4114800" cy="5143500"/>
          </a:xfrm>
          <a:prstGeom prst="line">
            <a:avLst/>
          </a:prstGeom>
          <a:noFill/>
          <a:ln w="6350">
            <a:solidFill>
              <a:srgbClr val="171D27"/>
            </a:solidFill>
            <a:prstDash val="solid"/>
          </a:ln>
        </p:spPr>
        <p:txBody>
          <a:bodyPr/>
          <a:lstStyle/>
          <a:p>
            <a:endParaRPr lang="en-GB"/>
          </a:p>
        </p:txBody>
      </p:sp>
      <p:sp>
        <p:nvSpPr>
          <p:cNvPr id="28" name="Shape 26"/>
          <p:cNvSpPr/>
          <p:nvPr/>
        </p:nvSpPr>
        <p:spPr>
          <a:xfrm>
            <a:off x="0" y="0"/>
            <a:ext cx="9144000" cy="36576"/>
          </a:xfrm>
          <a:prstGeom prst="rect">
            <a:avLst/>
          </a:prstGeom>
          <a:solidFill>
            <a:srgbClr val="F96532"/>
          </a:solidFill>
          <a:ln/>
        </p:spPr>
        <p:txBody>
          <a:bodyPr/>
          <a:lstStyle/>
          <a:p>
            <a:endParaRPr lang="en-GB"/>
          </a:p>
        </p:txBody>
      </p:sp>
      <p:sp>
        <p:nvSpPr>
          <p:cNvPr id="29" name="Shape 27"/>
          <p:cNvSpPr/>
          <p:nvPr/>
        </p:nvSpPr>
        <p:spPr>
          <a:xfrm>
            <a:off x="731520" y="1280160"/>
            <a:ext cx="54864" cy="2011680"/>
          </a:xfrm>
          <a:prstGeom prst="rect">
            <a:avLst/>
          </a:prstGeom>
          <a:solidFill>
            <a:srgbClr val="F96532"/>
          </a:solidFill>
          <a:ln/>
        </p:spPr>
        <p:txBody>
          <a:bodyPr/>
          <a:lstStyle/>
          <a:p>
            <a:endParaRPr lang="en-GB"/>
          </a:p>
        </p:txBody>
      </p:sp>
      <p:pic>
        <p:nvPicPr>
          <p:cNvPr id="30" name="Image 0" descr="preencoded.png"/>
          <p:cNvPicPr>
            <a:picLocks noChangeAspect="1"/>
          </p:cNvPicPr>
          <p:nvPr/>
        </p:nvPicPr>
        <p:blipFill>
          <a:blip r:embed="rId3"/>
          <a:stretch>
            <a:fillRect/>
          </a:stretch>
        </p:blipFill>
        <p:spPr>
          <a:xfrm>
            <a:off x="8046720" y="320040"/>
            <a:ext cx="640080" cy="640080"/>
          </a:xfrm>
          <a:prstGeom prst="rect">
            <a:avLst/>
          </a:prstGeom>
        </p:spPr>
      </p:pic>
      <p:sp>
        <p:nvSpPr>
          <p:cNvPr id="31" name="Text 28"/>
          <p:cNvSpPr/>
          <p:nvPr/>
        </p:nvSpPr>
        <p:spPr>
          <a:xfrm>
            <a:off x="1005840" y="1280160"/>
            <a:ext cx="7340492" cy="914400"/>
          </a:xfrm>
          <a:prstGeom prst="rect">
            <a:avLst/>
          </a:prstGeom>
          <a:noFill/>
          <a:ln/>
        </p:spPr>
        <p:txBody>
          <a:bodyPr wrap="square" lIns="0" tIns="0" rIns="0" bIns="0" rtlCol="0" anchor="ctr"/>
          <a:lstStyle/>
          <a:p>
            <a:pPr marL="0" indent="0">
              <a:buNone/>
            </a:pPr>
            <a:r>
              <a:rPr lang="en-US" sz="3600" b="1" dirty="0">
                <a:solidFill>
                  <a:srgbClr val="FFFFFF"/>
                </a:solidFill>
                <a:latin typeface="Montserrat" pitchFamily="34" charset="0"/>
                <a:ea typeface="Montserrat" pitchFamily="34" charset="-122"/>
                <a:cs typeface="Montserrat" pitchFamily="34" charset="-120"/>
              </a:rPr>
              <a:t>Engineers Engineering Again</a:t>
            </a:r>
            <a:endParaRPr lang="en-US" sz="3600" dirty="0"/>
          </a:p>
        </p:txBody>
      </p:sp>
      <p:sp>
        <p:nvSpPr>
          <p:cNvPr id="32" name="Text 29"/>
          <p:cNvSpPr/>
          <p:nvPr/>
        </p:nvSpPr>
        <p:spPr>
          <a:xfrm>
            <a:off x="1005840" y="2194560"/>
            <a:ext cx="6858000" cy="457200"/>
          </a:xfrm>
          <a:prstGeom prst="rect">
            <a:avLst/>
          </a:prstGeom>
          <a:noFill/>
          <a:ln/>
        </p:spPr>
        <p:txBody>
          <a:bodyPr wrap="square" lIns="0" tIns="0" rIns="0" bIns="0" rtlCol="0" anchor="ctr"/>
          <a:lstStyle/>
          <a:p>
            <a:pPr marL="0" indent="0">
              <a:buNone/>
            </a:pPr>
            <a:r>
              <a:rPr lang="en-US" sz="1800" dirty="0">
                <a:solidFill>
                  <a:srgbClr val="9CA3AF"/>
                </a:solidFill>
                <a:latin typeface="Open Sans" pitchFamily="34" charset="0"/>
                <a:ea typeface="Open Sans" pitchFamily="34" charset="-122"/>
                <a:cs typeface="Open Sans" pitchFamily="34" charset="-120"/>
              </a:rPr>
              <a:t>Where AI Belongs in Railway Design &amp; Assurance</a:t>
            </a:r>
            <a:endParaRPr lang="en-US" sz="1800" dirty="0"/>
          </a:p>
        </p:txBody>
      </p:sp>
      <p:sp>
        <p:nvSpPr>
          <p:cNvPr id="33" name="Text 30"/>
          <p:cNvSpPr/>
          <p:nvPr/>
        </p:nvSpPr>
        <p:spPr>
          <a:xfrm>
            <a:off x="1005840" y="3063240"/>
            <a:ext cx="4572000" cy="822960"/>
          </a:xfrm>
          <a:prstGeom prst="rect">
            <a:avLst/>
          </a:prstGeom>
          <a:noFill/>
          <a:ln/>
        </p:spPr>
        <p:txBody>
          <a:bodyPr wrap="square" lIns="0" tIns="0" rIns="0" bIns="0" rtlCol="0" anchor="ctr"/>
          <a:lstStyle/>
          <a:p>
            <a:pPr marL="0" indent="0">
              <a:buNone/>
            </a:pPr>
            <a:r>
              <a:rPr lang="en-US" sz="1400" b="1" dirty="0">
                <a:solidFill>
                  <a:srgbClr val="FFFFFF"/>
                </a:solidFill>
                <a:latin typeface="Montserrat" pitchFamily="34" charset="0"/>
                <a:ea typeface="Montserrat" pitchFamily="34" charset="-122"/>
                <a:cs typeface="Montserrat" pitchFamily="34" charset="-120"/>
              </a:rPr>
              <a:t>Bill Guo  FICE CEng MEng</a:t>
            </a:r>
            <a:endParaRPr lang="en-US" sz="1400" dirty="0"/>
          </a:p>
          <a:p>
            <a:pPr marL="0" indent="0">
              <a:buNone/>
            </a:pPr>
            <a:r>
              <a:rPr lang="en-US" sz="1200" dirty="0">
                <a:solidFill>
                  <a:srgbClr val="F96532"/>
                </a:solidFill>
                <a:latin typeface="Open Sans" pitchFamily="34" charset="0"/>
                <a:ea typeface="Open Sans" pitchFamily="34" charset="-122"/>
                <a:cs typeface="Open Sans" pitchFamily="34" charset="-120"/>
              </a:rPr>
              <a:t>Founder  |  AutomateX Advisory</a:t>
            </a:r>
            <a:endParaRPr lang="en-US" sz="1400" dirty="0"/>
          </a:p>
          <a:p>
            <a:pPr marL="0" indent="0">
              <a:buNone/>
            </a:pPr>
            <a:r>
              <a:rPr lang="en-US" sz="1100" dirty="0">
                <a:solidFill>
                  <a:srgbClr val="9CA3AF"/>
                </a:solidFill>
                <a:latin typeface="Open Sans" pitchFamily="34" charset="0"/>
                <a:ea typeface="Open Sans" pitchFamily="34" charset="-122"/>
                <a:cs typeface="Open Sans" pitchFamily="34" charset="-120"/>
              </a:rPr>
              <a:t>BAM Nuttall EM Forum  |  Sundridge  |  7 May 2026</a:t>
            </a:r>
            <a:endParaRPr lang="en-US" sz="1400" dirty="0"/>
          </a:p>
        </p:txBody>
      </p:sp>
      <p:sp>
        <p:nvSpPr>
          <p:cNvPr id="34" name="Shape 31"/>
          <p:cNvSpPr/>
          <p:nvPr/>
        </p:nvSpPr>
        <p:spPr>
          <a:xfrm>
            <a:off x="0" y="5106924"/>
            <a:ext cx="9144000" cy="36576"/>
          </a:xfrm>
          <a:prstGeom prst="rect">
            <a:avLst/>
          </a:prstGeom>
          <a:solidFill>
            <a:srgbClr val="F96532"/>
          </a:solidFill>
          <a:ln/>
        </p:spPr>
        <p:txBody>
          <a:bodyPr/>
          <a:lstStyle/>
          <a:p>
            <a:endParaRPr lang="en-GB"/>
          </a:p>
        </p:txBody>
      </p:sp>
      <p:sp>
        <p:nvSpPr>
          <p:cNvPr id="35" name="Text 32"/>
          <p:cNvSpPr/>
          <p:nvPr/>
        </p:nvSpPr>
        <p:spPr>
          <a:xfrm>
            <a:off x="5029200" y="4663440"/>
            <a:ext cx="3657600" cy="320040"/>
          </a:xfrm>
          <a:prstGeom prst="rect">
            <a:avLst/>
          </a:prstGeom>
          <a:noFill/>
          <a:ln/>
        </p:spPr>
        <p:txBody>
          <a:bodyPr wrap="square" lIns="0" tIns="0" rIns="0" bIns="0" rtlCol="0" anchor="ctr"/>
          <a:lstStyle/>
          <a:p>
            <a:pPr marL="0" indent="0" algn="r">
              <a:buNone/>
            </a:pPr>
            <a:r>
              <a:rPr lang="en-US" sz="1000" i="1" dirty="0">
                <a:solidFill>
                  <a:srgbClr val="F96532"/>
                </a:solidFill>
                <a:latin typeface="Open Sans" pitchFamily="34" charset="0"/>
                <a:ea typeface="Open Sans" pitchFamily="34" charset="-122"/>
                <a:cs typeface="Open Sans" pitchFamily="34" charset="-120"/>
              </a:rPr>
              <a:t>Engineering Excellence Amplified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Same week, different seat</a:t>
            </a:r>
            <a:endParaRPr lang="en-US" sz="2800" dirty="0"/>
          </a:p>
        </p:txBody>
      </p:sp>
      <p:sp>
        <p:nvSpPr>
          <p:cNvPr id="22" name="Text 20"/>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23" name="Image 0" descr="preencoded.png"/>
          <p:cNvPicPr>
            <a:picLocks noChangeAspect="1"/>
          </p:cNvPicPr>
          <p:nvPr/>
        </p:nvPicPr>
        <p:blipFill>
          <a:blip r:embed="rId3"/>
          <a:stretch>
            <a:fillRect/>
          </a:stretch>
        </p:blipFill>
        <p:spPr>
          <a:xfrm>
            <a:off x="8321040" y="4526280"/>
            <a:ext cx="411480" cy="411480"/>
          </a:xfrm>
          <a:prstGeom prst="rect">
            <a:avLst/>
          </a:prstGeom>
        </p:spPr>
      </p:pic>
      <p:sp>
        <p:nvSpPr>
          <p:cNvPr id="24" name="Shape 21"/>
          <p:cNvSpPr/>
          <p:nvPr/>
        </p:nvSpPr>
        <p:spPr>
          <a:xfrm>
            <a:off x="0" y="5106924"/>
            <a:ext cx="9144000" cy="36576"/>
          </a:xfrm>
          <a:prstGeom prst="rect">
            <a:avLst/>
          </a:prstGeom>
          <a:solidFill>
            <a:srgbClr val="F96532"/>
          </a:solidFill>
          <a:ln/>
        </p:spPr>
        <p:txBody>
          <a:bodyPr/>
          <a:lstStyle/>
          <a:p>
            <a:endParaRPr lang="en-GB"/>
          </a:p>
        </p:txBody>
      </p:sp>
      <p:sp>
        <p:nvSpPr>
          <p:cNvPr id="25" name="TL_Spine">
            <a:extLst>
              <a:ext uri="{FF2B5EF4-FFF2-40B4-BE49-F238E27FC236}">
                <a16:creationId xmlns:a16="http://schemas.microsoft.com/office/drawing/2014/main" id="{EA9273C4-7990-4922-8B67-623FEACD6754}"/>
              </a:ext>
            </a:extLst>
          </p:cNvPr>
          <p:cNvSpPr/>
          <p:nvPr/>
        </p:nvSpPr>
        <p:spPr>
          <a:xfrm>
            <a:off x="2133600" y="2895600"/>
            <a:ext cx="4876800" cy="508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6" name="TL_Node_0">
            <a:extLst>
              <a:ext uri="{FF2B5EF4-FFF2-40B4-BE49-F238E27FC236}">
                <a16:creationId xmlns:a16="http://schemas.microsoft.com/office/drawing/2014/main" id="{605D1D19-FF9D-48FA-8513-AADBA8DB2CBC}"/>
              </a:ext>
            </a:extLst>
          </p:cNvPr>
          <p:cNvSpPr/>
          <p:nvPr/>
        </p:nvSpPr>
        <p:spPr>
          <a:xfrm>
            <a:off x="1854200" y="2667000"/>
            <a:ext cx="558800" cy="558800"/>
          </a:xfrm>
          <a:prstGeom prst="ellipse">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GB" sz="1400" b="1">
                <a:solidFill>
                  <a:srgbClr val="FFFFFF"/>
                </a:solidFill>
                <a:latin typeface="Montserrat"/>
              </a:rPr>
              <a:t>01</a:t>
            </a:r>
          </a:p>
        </p:txBody>
      </p:sp>
      <p:sp>
        <p:nvSpPr>
          <p:cNvPr id="27" name="TL_Tick_0">
            <a:extLst>
              <a:ext uri="{FF2B5EF4-FFF2-40B4-BE49-F238E27FC236}">
                <a16:creationId xmlns:a16="http://schemas.microsoft.com/office/drawing/2014/main" id="{D67B74BE-5798-436F-84CC-509DB8AB8DCE}"/>
              </a:ext>
            </a:extLst>
          </p:cNvPr>
          <p:cNvSpPr/>
          <p:nvPr/>
        </p:nvSpPr>
        <p:spPr>
          <a:xfrm>
            <a:off x="2120900" y="2616200"/>
            <a:ext cx="254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 name="TL_Card_0">
            <a:extLst>
              <a:ext uri="{FF2B5EF4-FFF2-40B4-BE49-F238E27FC236}">
                <a16:creationId xmlns:a16="http://schemas.microsoft.com/office/drawing/2014/main" id="{247D6265-A9EA-423A-A891-49D4A281ABA8}"/>
              </a:ext>
            </a:extLst>
          </p:cNvPr>
          <p:cNvSpPr/>
          <p:nvPr/>
        </p:nvSpPr>
        <p:spPr>
          <a:xfrm>
            <a:off x="1066800" y="1219200"/>
            <a:ext cx="2133600" cy="13970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 name="TL_Year_0">
            <a:extLst>
              <a:ext uri="{FF2B5EF4-FFF2-40B4-BE49-F238E27FC236}">
                <a16:creationId xmlns:a16="http://schemas.microsoft.com/office/drawing/2014/main" id="{B82BFBDA-A869-4B06-8EE2-74BAD011BA41}"/>
              </a:ext>
            </a:extLst>
          </p:cNvPr>
          <p:cNvSpPr txBox="1"/>
          <p:nvPr/>
        </p:nvSpPr>
        <p:spPr>
          <a:xfrm>
            <a:off x="1193800" y="1320800"/>
            <a:ext cx="1879600" cy="203200"/>
          </a:xfrm>
          <a:prstGeom prst="rect">
            <a:avLst/>
          </a:prstGeom>
          <a:solidFill>
            <a:srgbClr val="161B22"/>
          </a:solidFill>
          <a:ln>
            <a:noFill/>
          </a:ln>
        </p:spPr>
        <p:txBody>
          <a:bodyPr vertOverflow="overflow" vert="horz" wrap="square" rtlCol="0" anchor="t">
            <a:noAutofit/>
          </a:bodyPr>
          <a:lstStyle/>
          <a:p>
            <a:pPr algn="l"/>
            <a:r>
              <a:rPr lang="en-GB" sz="1000" b="1">
                <a:solidFill>
                  <a:srgbClr val="F96532"/>
                </a:solidFill>
                <a:latin typeface="Montserrat"/>
              </a:rPr>
              <a:t>2016–2021</a:t>
            </a:r>
          </a:p>
        </p:txBody>
      </p:sp>
      <p:sp>
        <p:nvSpPr>
          <p:cNvPr id="30" name="TL_Title_0">
            <a:extLst>
              <a:ext uri="{FF2B5EF4-FFF2-40B4-BE49-F238E27FC236}">
                <a16:creationId xmlns:a16="http://schemas.microsoft.com/office/drawing/2014/main" id="{3B8A3533-9D2C-459F-BE39-C5E22150BB45}"/>
              </a:ext>
            </a:extLst>
          </p:cNvPr>
          <p:cNvSpPr txBox="1"/>
          <p:nvPr/>
        </p:nvSpPr>
        <p:spPr>
          <a:xfrm>
            <a:off x="1193800" y="1549400"/>
            <a:ext cx="1879600" cy="228600"/>
          </a:xfrm>
          <a:prstGeom prst="rect">
            <a:avLst/>
          </a:prstGeom>
          <a:solidFill>
            <a:srgbClr val="161B22"/>
          </a:solidFill>
          <a:ln>
            <a:noFill/>
          </a:ln>
        </p:spPr>
        <p:txBody>
          <a:bodyPr vertOverflow="overflow" vert="horz" wrap="square" rtlCol="0" anchor="t">
            <a:noAutofit/>
          </a:bodyPr>
          <a:lstStyle/>
          <a:p>
            <a:pPr algn="l"/>
            <a:r>
              <a:rPr lang="en-GB" sz="1200" b="1">
                <a:solidFill>
                  <a:srgbClr val="FFFFFF"/>
                </a:solidFill>
                <a:latin typeface="Montserrat"/>
              </a:rPr>
              <a:t>The Client</a:t>
            </a:r>
          </a:p>
        </p:txBody>
      </p:sp>
      <p:sp>
        <p:nvSpPr>
          <p:cNvPr id="31" name="TL_Sub_0">
            <a:extLst>
              <a:ext uri="{FF2B5EF4-FFF2-40B4-BE49-F238E27FC236}">
                <a16:creationId xmlns:a16="http://schemas.microsoft.com/office/drawing/2014/main" id="{6FEFB412-BAD6-4011-B686-28C89165EC90}"/>
              </a:ext>
            </a:extLst>
          </p:cNvPr>
          <p:cNvSpPr txBox="1"/>
          <p:nvPr/>
        </p:nvSpPr>
        <p:spPr>
          <a:xfrm>
            <a:off x="1193800" y="1803400"/>
            <a:ext cx="1879600" cy="736600"/>
          </a:xfrm>
          <a:prstGeom prst="rect">
            <a:avLst/>
          </a:prstGeom>
          <a:solidFill>
            <a:srgbClr val="161B22"/>
          </a:solidFill>
          <a:ln>
            <a:noFill/>
          </a:ln>
        </p:spPr>
        <p:txBody>
          <a:bodyPr vertOverflow="overflow" vert="horz" wrap="square" rtlCol="0" anchor="t">
            <a:noAutofit/>
          </a:bodyPr>
          <a:lstStyle/>
          <a:p>
            <a:pPr algn="l"/>
            <a:r>
              <a:rPr lang="en-GB" sz="900">
                <a:solidFill>
                  <a:srgbClr val="9CA3AF"/>
                </a:solidFill>
                <a:latin typeface="Open Sans"/>
                <a:ea typeface="Open Sans"/>
                <a:cs typeface="Open Sans"/>
              </a:rPr>
              <a:t>NR DPE/PE — Southern Region. Lead engineer on CP6 buildings; what good (and bad) assurance looks like from the asset owner’s seat.</a:t>
            </a:r>
          </a:p>
        </p:txBody>
      </p:sp>
      <p:sp>
        <p:nvSpPr>
          <p:cNvPr id="32" name="TL_Node_1">
            <a:extLst>
              <a:ext uri="{FF2B5EF4-FFF2-40B4-BE49-F238E27FC236}">
                <a16:creationId xmlns:a16="http://schemas.microsoft.com/office/drawing/2014/main" id="{794AA197-C5EE-408A-B6CF-2C474DFD6682}"/>
              </a:ext>
            </a:extLst>
          </p:cNvPr>
          <p:cNvSpPr/>
          <p:nvPr/>
        </p:nvSpPr>
        <p:spPr>
          <a:xfrm>
            <a:off x="3479800" y="2667000"/>
            <a:ext cx="558800" cy="558800"/>
          </a:xfrm>
          <a:prstGeom prst="ellipse">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GB" sz="1400" b="1">
                <a:solidFill>
                  <a:srgbClr val="FFFFFF"/>
                </a:solidFill>
                <a:latin typeface="Montserrat"/>
              </a:rPr>
              <a:t>02</a:t>
            </a:r>
          </a:p>
        </p:txBody>
      </p:sp>
      <p:sp>
        <p:nvSpPr>
          <p:cNvPr id="34" name="TL_Card_1">
            <a:extLst>
              <a:ext uri="{FF2B5EF4-FFF2-40B4-BE49-F238E27FC236}">
                <a16:creationId xmlns:a16="http://schemas.microsoft.com/office/drawing/2014/main" id="{6E0F3677-F9D8-42DD-A8B0-314A98D06670}"/>
              </a:ext>
            </a:extLst>
          </p:cNvPr>
          <p:cNvSpPr/>
          <p:nvPr/>
        </p:nvSpPr>
        <p:spPr>
          <a:xfrm>
            <a:off x="2679700" y="3268980"/>
            <a:ext cx="2133600" cy="13970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5" name="TL_Year_1">
            <a:extLst>
              <a:ext uri="{FF2B5EF4-FFF2-40B4-BE49-F238E27FC236}">
                <a16:creationId xmlns:a16="http://schemas.microsoft.com/office/drawing/2014/main" id="{8EE2710C-5C2B-4356-A06A-8A63B88D2F35}"/>
              </a:ext>
            </a:extLst>
          </p:cNvPr>
          <p:cNvSpPr txBox="1"/>
          <p:nvPr/>
        </p:nvSpPr>
        <p:spPr>
          <a:xfrm>
            <a:off x="2806700" y="3370580"/>
            <a:ext cx="1879600" cy="203200"/>
          </a:xfrm>
          <a:prstGeom prst="rect">
            <a:avLst/>
          </a:prstGeom>
          <a:solidFill>
            <a:srgbClr val="161B22"/>
          </a:solidFill>
          <a:ln>
            <a:noFill/>
          </a:ln>
        </p:spPr>
        <p:txBody>
          <a:bodyPr vertOverflow="overflow" vert="horz" wrap="square" rtlCol="0" anchor="t">
            <a:noAutofit/>
          </a:bodyPr>
          <a:lstStyle/>
          <a:p>
            <a:pPr algn="l"/>
            <a:r>
              <a:rPr lang="en-GB" sz="1000" b="1">
                <a:solidFill>
                  <a:srgbClr val="F96532"/>
                </a:solidFill>
                <a:latin typeface="Montserrat"/>
              </a:rPr>
              <a:t>2021–2023</a:t>
            </a:r>
          </a:p>
        </p:txBody>
      </p:sp>
      <p:sp>
        <p:nvSpPr>
          <p:cNvPr id="36" name="TL_Title_1">
            <a:extLst>
              <a:ext uri="{FF2B5EF4-FFF2-40B4-BE49-F238E27FC236}">
                <a16:creationId xmlns:a16="http://schemas.microsoft.com/office/drawing/2014/main" id="{58FF5399-0DF2-49B4-8237-71D9406E3D36}"/>
              </a:ext>
            </a:extLst>
          </p:cNvPr>
          <p:cNvSpPr txBox="1"/>
          <p:nvPr/>
        </p:nvSpPr>
        <p:spPr>
          <a:xfrm>
            <a:off x="2806700" y="3599180"/>
            <a:ext cx="1879600" cy="228600"/>
          </a:xfrm>
          <a:prstGeom prst="rect">
            <a:avLst/>
          </a:prstGeom>
          <a:solidFill>
            <a:srgbClr val="161B22"/>
          </a:solidFill>
          <a:ln>
            <a:noFill/>
          </a:ln>
        </p:spPr>
        <p:txBody>
          <a:bodyPr vertOverflow="overflow" vert="horz" wrap="square" rtlCol="0" anchor="t">
            <a:noAutofit/>
          </a:bodyPr>
          <a:lstStyle/>
          <a:p>
            <a:pPr algn="l"/>
            <a:r>
              <a:rPr lang="en-GB" sz="1200" b="1">
                <a:solidFill>
                  <a:srgbClr val="FFFFFF"/>
                </a:solidFill>
                <a:latin typeface="Montserrat"/>
              </a:rPr>
              <a:t>The Large Consultancy</a:t>
            </a:r>
          </a:p>
        </p:txBody>
      </p:sp>
      <p:sp>
        <p:nvSpPr>
          <p:cNvPr id="37" name="TL_Sub_1">
            <a:extLst>
              <a:ext uri="{FF2B5EF4-FFF2-40B4-BE49-F238E27FC236}">
                <a16:creationId xmlns:a16="http://schemas.microsoft.com/office/drawing/2014/main" id="{D48CCA47-F1A2-461A-A072-B73891186E28}"/>
              </a:ext>
            </a:extLst>
          </p:cNvPr>
          <p:cNvSpPr txBox="1"/>
          <p:nvPr/>
        </p:nvSpPr>
        <p:spPr>
          <a:xfrm>
            <a:off x="2806700" y="3853180"/>
            <a:ext cx="1879600" cy="736600"/>
          </a:xfrm>
          <a:prstGeom prst="rect">
            <a:avLst/>
          </a:prstGeom>
          <a:solidFill>
            <a:srgbClr val="161B22"/>
          </a:solidFill>
          <a:ln>
            <a:noFill/>
          </a:ln>
        </p:spPr>
        <p:txBody>
          <a:bodyPr vertOverflow="overflow" vert="horz" wrap="square" rtlCol="0" anchor="t">
            <a:noAutofit/>
          </a:bodyPr>
          <a:lstStyle/>
          <a:p>
            <a:pPr algn="l"/>
            <a:r>
              <a:rPr lang="en-GB" sz="900">
                <a:solidFill>
                  <a:srgbClr val="9CA3AF"/>
                </a:solidFill>
                <a:latin typeface="Open Sans"/>
                <a:ea typeface="Open Sans"/>
                <a:cs typeface="Open Sans"/>
              </a:rPr>
              <a:t>HS2 Engineering Manager. Delivering inside a tier-1 environment — process, governance, and scale at programme level.</a:t>
            </a:r>
          </a:p>
        </p:txBody>
      </p:sp>
      <p:sp>
        <p:nvSpPr>
          <p:cNvPr id="38" name="TL_Node_2">
            <a:extLst>
              <a:ext uri="{FF2B5EF4-FFF2-40B4-BE49-F238E27FC236}">
                <a16:creationId xmlns:a16="http://schemas.microsoft.com/office/drawing/2014/main" id="{00D0457D-16E7-4D48-9B44-3A4F3A3BAF6A}"/>
              </a:ext>
            </a:extLst>
          </p:cNvPr>
          <p:cNvSpPr/>
          <p:nvPr/>
        </p:nvSpPr>
        <p:spPr>
          <a:xfrm>
            <a:off x="5105400" y="2667000"/>
            <a:ext cx="558800" cy="558800"/>
          </a:xfrm>
          <a:prstGeom prst="ellipse">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GB" sz="1400" b="1">
                <a:solidFill>
                  <a:srgbClr val="FFFFFF"/>
                </a:solidFill>
                <a:latin typeface="Montserrat"/>
              </a:rPr>
              <a:t>03</a:t>
            </a:r>
          </a:p>
        </p:txBody>
      </p:sp>
      <p:sp>
        <p:nvSpPr>
          <p:cNvPr id="39" name="TL_Tick_2">
            <a:extLst>
              <a:ext uri="{FF2B5EF4-FFF2-40B4-BE49-F238E27FC236}">
                <a16:creationId xmlns:a16="http://schemas.microsoft.com/office/drawing/2014/main" id="{10FA7A76-D569-4043-A101-F41968D8234E}"/>
              </a:ext>
            </a:extLst>
          </p:cNvPr>
          <p:cNvSpPr/>
          <p:nvPr/>
        </p:nvSpPr>
        <p:spPr>
          <a:xfrm>
            <a:off x="5372100" y="2616200"/>
            <a:ext cx="254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0" name="TL_Card_2">
            <a:extLst>
              <a:ext uri="{FF2B5EF4-FFF2-40B4-BE49-F238E27FC236}">
                <a16:creationId xmlns:a16="http://schemas.microsoft.com/office/drawing/2014/main" id="{AA70E38A-7F1C-40D6-90DA-3BB0797C2F55}"/>
              </a:ext>
            </a:extLst>
          </p:cNvPr>
          <p:cNvSpPr/>
          <p:nvPr/>
        </p:nvSpPr>
        <p:spPr>
          <a:xfrm>
            <a:off x="4318000" y="1219200"/>
            <a:ext cx="2133600" cy="13970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 name="TL_Year_2">
            <a:extLst>
              <a:ext uri="{FF2B5EF4-FFF2-40B4-BE49-F238E27FC236}">
                <a16:creationId xmlns:a16="http://schemas.microsoft.com/office/drawing/2014/main" id="{F1E298C6-C665-4005-882A-1BA5DE8A6FDD}"/>
              </a:ext>
            </a:extLst>
          </p:cNvPr>
          <p:cNvSpPr txBox="1"/>
          <p:nvPr/>
        </p:nvSpPr>
        <p:spPr>
          <a:xfrm>
            <a:off x="4445000" y="1320800"/>
            <a:ext cx="1879600" cy="203200"/>
          </a:xfrm>
          <a:prstGeom prst="rect">
            <a:avLst/>
          </a:prstGeom>
          <a:solidFill>
            <a:srgbClr val="161B22"/>
          </a:solidFill>
          <a:ln>
            <a:noFill/>
          </a:ln>
        </p:spPr>
        <p:txBody>
          <a:bodyPr vertOverflow="overflow" vert="horz" wrap="square" rtlCol="0" anchor="t">
            <a:noAutofit/>
          </a:bodyPr>
          <a:lstStyle/>
          <a:p>
            <a:pPr algn="l"/>
            <a:r>
              <a:rPr lang="en-GB" sz="1000" b="1">
                <a:solidFill>
                  <a:srgbClr val="F96532"/>
                </a:solidFill>
                <a:latin typeface="Montserrat"/>
              </a:rPr>
              <a:t>2023–2025</a:t>
            </a:r>
          </a:p>
        </p:txBody>
      </p:sp>
      <p:sp>
        <p:nvSpPr>
          <p:cNvPr id="42" name="TL_Title_2">
            <a:extLst>
              <a:ext uri="{FF2B5EF4-FFF2-40B4-BE49-F238E27FC236}">
                <a16:creationId xmlns:a16="http://schemas.microsoft.com/office/drawing/2014/main" id="{D7ABBE1E-5EF4-4E4E-AE41-28E69FFBE109}"/>
              </a:ext>
            </a:extLst>
          </p:cNvPr>
          <p:cNvSpPr txBox="1"/>
          <p:nvPr/>
        </p:nvSpPr>
        <p:spPr>
          <a:xfrm>
            <a:off x="4445000" y="1549400"/>
            <a:ext cx="1879600" cy="228600"/>
          </a:xfrm>
          <a:prstGeom prst="rect">
            <a:avLst/>
          </a:prstGeom>
          <a:solidFill>
            <a:srgbClr val="161B22"/>
          </a:solidFill>
          <a:ln>
            <a:noFill/>
          </a:ln>
        </p:spPr>
        <p:txBody>
          <a:bodyPr vertOverflow="overflow" vert="horz" wrap="square" rtlCol="0" anchor="t">
            <a:noAutofit/>
          </a:bodyPr>
          <a:lstStyle/>
          <a:p>
            <a:pPr algn="l"/>
            <a:r>
              <a:rPr lang="en-GB" sz="1200" b="1" dirty="0">
                <a:solidFill>
                  <a:srgbClr val="FFFFFF"/>
                </a:solidFill>
                <a:latin typeface="Montserrat"/>
              </a:rPr>
              <a:t>The SME</a:t>
            </a:r>
          </a:p>
        </p:txBody>
      </p:sp>
      <p:sp>
        <p:nvSpPr>
          <p:cNvPr id="43" name="TL_Sub_2">
            <a:extLst>
              <a:ext uri="{FF2B5EF4-FFF2-40B4-BE49-F238E27FC236}">
                <a16:creationId xmlns:a16="http://schemas.microsoft.com/office/drawing/2014/main" id="{F6E4D015-82A4-472E-A9F0-96CD5417A470}"/>
              </a:ext>
            </a:extLst>
          </p:cNvPr>
          <p:cNvSpPr txBox="1"/>
          <p:nvPr/>
        </p:nvSpPr>
        <p:spPr>
          <a:xfrm>
            <a:off x="4445000" y="1803400"/>
            <a:ext cx="1879600" cy="736600"/>
          </a:xfrm>
          <a:prstGeom prst="rect">
            <a:avLst/>
          </a:prstGeom>
          <a:solidFill>
            <a:srgbClr val="161B22"/>
          </a:solidFill>
          <a:ln>
            <a:noFill/>
          </a:ln>
        </p:spPr>
        <p:txBody>
          <a:bodyPr vertOverflow="overflow" vert="horz" wrap="square" rtlCol="0" anchor="t">
            <a:noAutofit/>
          </a:bodyPr>
          <a:lstStyle/>
          <a:p>
            <a:pPr algn="l"/>
            <a:r>
              <a:rPr lang="en-GB" sz="900" dirty="0">
                <a:solidFill>
                  <a:srgbClr val="9CA3AF"/>
                </a:solidFill>
                <a:latin typeface="Open Sans"/>
                <a:ea typeface="Open Sans"/>
                <a:cs typeface="Open Sans"/>
              </a:rPr>
              <a:t>Director of an SME consultancy — scaled the business from a standing start to a framework-winning team</a:t>
            </a:r>
          </a:p>
        </p:txBody>
      </p:sp>
      <p:sp>
        <p:nvSpPr>
          <p:cNvPr id="44" name="TL_Node_3">
            <a:extLst>
              <a:ext uri="{FF2B5EF4-FFF2-40B4-BE49-F238E27FC236}">
                <a16:creationId xmlns:a16="http://schemas.microsoft.com/office/drawing/2014/main" id="{04A3CE73-22A4-4653-9196-48404B332C16}"/>
              </a:ext>
            </a:extLst>
          </p:cNvPr>
          <p:cNvSpPr/>
          <p:nvPr/>
        </p:nvSpPr>
        <p:spPr>
          <a:xfrm>
            <a:off x="6731000" y="2667000"/>
            <a:ext cx="558800" cy="558800"/>
          </a:xfrm>
          <a:prstGeom prst="ellipse">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GB" sz="1400" b="1" dirty="0">
                <a:solidFill>
                  <a:srgbClr val="FFFFFF"/>
                </a:solidFill>
                <a:latin typeface="Montserrat"/>
              </a:rPr>
              <a:t>04</a:t>
            </a:r>
          </a:p>
        </p:txBody>
      </p:sp>
      <p:sp>
        <p:nvSpPr>
          <p:cNvPr id="45" name="TL_Tick_3">
            <a:extLst>
              <a:ext uri="{FF2B5EF4-FFF2-40B4-BE49-F238E27FC236}">
                <a16:creationId xmlns:a16="http://schemas.microsoft.com/office/drawing/2014/main" id="{56B957E5-FDB1-4A3B-8F84-87F8F5FFC43A}"/>
              </a:ext>
            </a:extLst>
          </p:cNvPr>
          <p:cNvSpPr/>
          <p:nvPr/>
        </p:nvSpPr>
        <p:spPr>
          <a:xfrm>
            <a:off x="7001510" y="3059176"/>
            <a:ext cx="25400" cy="2286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 name="TL_Card_3">
            <a:extLst>
              <a:ext uri="{FF2B5EF4-FFF2-40B4-BE49-F238E27FC236}">
                <a16:creationId xmlns:a16="http://schemas.microsoft.com/office/drawing/2014/main" id="{D5D9ED36-F934-4F66-8826-29E09FDF9607}"/>
              </a:ext>
            </a:extLst>
          </p:cNvPr>
          <p:cNvSpPr/>
          <p:nvPr/>
        </p:nvSpPr>
        <p:spPr>
          <a:xfrm>
            <a:off x="5930900" y="3276600"/>
            <a:ext cx="2133600" cy="13970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7" name="TL_Year_3">
            <a:extLst>
              <a:ext uri="{FF2B5EF4-FFF2-40B4-BE49-F238E27FC236}">
                <a16:creationId xmlns:a16="http://schemas.microsoft.com/office/drawing/2014/main" id="{21B379D9-AA4A-48FA-8F1A-C4C65B767C28}"/>
              </a:ext>
            </a:extLst>
          </p:cNvPr>
          <p:cNvSpPr txBox="1"/>
          <p:nvPr/>
        </p:nvSpPr>
        <p:spPr>
          <a:xfrm>
            <a:off x="6057900" y="3378200"/>
            <a:ext cx="1879600" cy="203200"/>
          </a:xfrm>
          <a:prstGeom prst="rect">
            <a:avLst/>
          </a:prstGeom>
          <a:solidFill>
            <a:srgbClr val="161B22"/>
          </a:solidFill>
          <a:ln>
            <a:noFill/>
          </a:ln>
        </p:spPr>
        <p:txBody>
          <a:bodyPr vertOverflow="overflow" vert="horz" wrap="square" rtlCol="0" anchor="t">
            <a:noAutofit/>
          </a:bodyPr>
          <a:lstStyle/>
          <a:p>
            <a:pPr algn="l"/>
            <a:r>
              <a:rPr lang="en-GB" sz="1000" b="1">
                <a:solidFill>
                  <a:srgbClr val="F96532"/>
                </a:solidFill>
                <a:latin typeface="Montserrat"/>
              </a:rPr>
              <a:t>2026–Now</a:t>
            </a:r>
          </a:p>
        </p:txBody>
      </p:sp>
      <p:sp>
        <p:nvSpPr>
          <p:cNvPr id="48" name="TL_Title_3">
            <a:extLst>
              <a:ext uri="{FF2B5EF4-FFF2-40B4-BE49-F238E27FC236}">
                <a16:creationId xmlns:a16="http://schemas.microsoft.com/office/drawing/2014/main" id="{DA29B381-32C0-4B16-8320-4A6ACFACCCFB}"/>
              </a:ext>
            </a:extLst>
          </p:cNvPr>
          <p:cNvSpPr txBox="1"/>
          <p:nvPr/>
        </p:nvSpPr>
        <p:spPr>
          <a:xfrm>
            <a:off x="6057900" y="3606800"/>
            <a:ext cx="1879600" cy="228600"/>
          </a:xfrm>
          <a:prstGeom prst="rect">
            <a:avLst/>
          </a:prstGeom>
          <a:solidFill>
            <a:srgbClr val="161B22"/>
          </a:solidFill>
          <a:ln>
            <a:noFill/>
          </a:ln>
        </p:spPr>
        <p:txBody>
          <a:bodyPr vertOverflow="overflow" vert="horz" wrap="square" rtlCol="0" anchor="t">
            <a:noAutofit/>
          </a:bodyPr>
          <a:lstStyle/>
          <a:p>
            <a:pPr algn="l"/>
            <a:r>
              <a:rPr lang="en-GB" sz="1200" b="1">
                <a:solidFill>
                  <a:srgbClr val="FFFFFF"/>
                </a:solidFill>
                <a:latin typeface="Montserrat"/>
              </a:rPr>
              <a:t>The Startup</a:t>
            </a:r>
          </a:p>
        </p:txBody>
      </p:sp>
      <p:sp>
        <p:nvSpPr>
          <p:cNvPr id="49" name="TL_Sub_3">
            <a:extLst>
              <a:ext uri="{FF2B5EF4-FFF2-40B4-BE49-F238E27FC236}">
                <a16:creationId xmlns:a16="http://schemas.microsoft.com/office/drawing/2014/main" id="{FDA418CA-F8E6-4395-A4B6-9CBD56291053}"/>
              </a:ext>
            </a:extLst>
          </p:cNvPr>
          <p:cNvSpPr txBox="1"/>
          <p:nvPr/>
        </p:nvSpPr>
        <p:spPr>
          <a:xfrm>
            <a:off x="6057900" y="3860800"/>
            <a:ext cx="1879600" cy="736600"/>
          </a:xfrm>
          <a:prstGeom prst="rect">
            <a:avLst/>
          </a:prstGeom>
          <a:solidFill>
            <a:srgbClr val="161B22"/>
          </a:solidFill>
          <a:ln>
            <a:noFill/>
          </a:ln>
        </p:spPr>
        <p:txBody>
          <a:bodyPr vertOverflow="overflow" vert="horz" wrap="square" rtlCol="0" anchor="t">
            <a:noAutofit/>
          </a:bodyPr>
          <a:lstStyle/>
          <a:p>
            <a:pPr algn="l"/>
            <a:r>
              <a:rPr lang="en-GB" sz="900" dirty="0">
                <a:solidFill>
                  <a:srgbClr val="9CA3AF"/>
                </a:solidFill>
                <a:latin typeface="Open Sans"/>
                <a:ea typeface="Open Sans"/>
                <a:cs typeface="Open Sans"/>
              </a:rPr>
              <a:t>Founded </a:t>
            </a:r>
            <a:r>
              <a:rPr lang="en-GB" sz="900" dirty="0" err="1">
                <a:solidFill>
                  <a:srgbClr val="9CA3AF"/>
                </a:solidFill>
                <a:latin typeface="Open Sans"/>
                <a:ea typeface="Open Sans"/>
                <a:cs typeface="Open Sans"/>
              </a:rPr>
              <a:t>AutomateX</a:t>
            </a:r>
            <a:r>
              <a:rPr lang="en-GB" sz="900" dirty="0">
                <a:solidFill>
                  <a:srgbClr val="9CA3AF"/>
                </a:solidFill>
                <a:latin typeface="Open Sans"/>
                <a:ea typeface="Open Sans"/>
                <a:cs typeface="Open Sans"/>
              </a:rPr>
              <a:t> — working on the responsible and effective use of AI to free rail teams up for things that matter.</a:t>
            </a:r>
          </a:p>
        </p:txBody>
      </p:sp>
      <p:sp>
        <p:nvSpPr>
          <p:cNvPr id="4" name="TL_Tick_3">
            <a:extLst>
              <a:ext uri="{FF2B5EF4-FFF2-40B4-BE49-F238E27FC236}">
                <a16:creationId xmlns:a16="http://schemas.microsoft.com/office/drawing/2014/main" id="{B089101E-F6E2-51F7-2D94-CE95D9793401}"/>
              </a:ext>
            </a:extLst>
          </p:cNvPr>
          <p:cNvSpPr/>
          <p:nvPr/>
        </p:nvSpPr>
        <p:spPr>
          <a:xfrm>
            <a:off x="3750310" y="3035808"/>
            <a:ext cx="25400" cy="2286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Tree>
    <p:extLst>
      <p:ext uri="{BB962C8B-B14F-4D97-AF65-F5344CB8AC3E}">
        <p14:creationId xmlns:p14="http://schemas.microsoft.com/office/powerpoint/2010/main" val="346191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320040"/>
            <a:ext cx="7315200" cy="548640"/>
          </a:xfrm>
          <a:prstGeom prst="rect">
            <a:avLst/>
          </a:prstGeom>
          <a:noFill/>
          <a:ln/>
        </p:spPr>
        <p:txBody>
          <a:bodyPr wrap="square" lIns="0" tIns="0" rIns="0" bIns="0" rtlCol="0" anchor="ctr"/>
          <a:lstStyle/>
          <a:p>
            <a:r>
              <a:rPr lang="en-US" sz="2800" b="1" dirty="0">
                <a:solidFill>
                  <a:srgbClr val="FFFFFF"/>
                </a:solidFill>
                <a:latin typeface="Montserrat" pitchFamily="34" charset="0"/>
                <a:ea typeface="Montserrat" pitchFamily="34" charset="-122"/>
                <a:cs typeface="Montserrat" pitchFamily="34" charset="-120"/>
              </a:rPr>
              <a:t>Where the week actually goes</a:t>
            </a:r>
            <a:endParaRPr lang="en-US" sz="2800" dirty="0"/>
          </a:p>
        </p:txBody>
      </p:sp>
      <p:sp>
        <p:nvSpPr>
          <p:cNvPr id="6" name="Text 4"/>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7" name="Image 0" descr="preencoded.png"/>
          <p:cNvPicPr>
            <a:picLocks noChangeAspect="1"/>
          </p:cNvPicPr>
          <p:nvPr/>
        </p:nvPicPr>
        <p:blipFill>
          <a:blip r:embed="rId3"/>
          <a:stretch>
            <a:fillRect/>
          </a:stretch>
        </p:blipFill>
        <p:spPr>
          <a:xfrm>
            <a:off x="8321040" y="4526280"/>
            <a:ext cx="411480" cy="411480"/>
          </a:xfrm>
          <a:prstGeom prst="rect">
            <a:avLst/>
          </a:prstGeom>
        </p:spPr>
      </p:pic>
      <p:sp>
        <p:nvSpPr>
          <p:cNvPr id="8" name="Shape 5"/>
          <p:cNvSpPr/>
          <p:nvPr/>
        </p:nvSpPr>
        <p:spPr>
          <a:xfrm>
            <a:off x="0" y="5106924"/>
            <a:ext cx="9144000" cy="36576"/>
          </a:xfrm>
          <a:prstGeom prst="rect">
            <a:avLst/>
          </a:prstGeom>
          <a:solidFill>
            <a:srgbClr val="F96532"/>
          </a:solidFill>
          <a:ln/>
        </p:spPr>
        <p:txBody>
          <a:bodyPr/>
          <a:lstStyle/>
          <a:p>
            <a:endParaRPr lang="en-GB"/>
          </a:p>
        </p:txBody>
      </p:sp>
      <p:sp>
        <p:nvSpPr>
          <p:cNvPr id="4" name="RC_Card_0">
            <a:extLst>
              <a:ext uri="{FF2B5EF4-FFF2-40B4-BE49-F238E27FC236}">
                <a16:creationId xmlns:a16="http://schemas.microsoft.com/office/drawing/2014/main" id="{94EEEC05-6EA7-4D1B-8B7E-19ECA551570D}"/>
              </a:ext>
            </a:extLst>
          </p:cNvPr>
          <p:cNvSpPr/>
          <p:nvPr/>
        </p:nvSpPr>
        <p:spPr>
          <a:xfrm>
            <a:off x="736600" y="1092200"/>
            <a:ext cx="2438400" cy="12192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 name="RC_Accent_0">
            <a:extLst>
              <a:ext uri="{FF2B5EF4-FFF2-40B4-BE49-F238E27FC236}">
                <a16:creationId xmlns:a16="http://schemas.microsoft.com/office/drawing/2014/main" id="{DBCA6868-6C16-493A-993A-D63586B1F327}"/>
              </a:ext>
            </a:extLst>
          </p:cNvPr>
          <p:cNvSpPr/>
          <p:nvPr/>
        </p:nvSpPr>
        <p:spPr>
          <a:xfrm>
            <a:off x="736600" y="1092200"/>
            <a:ext cx="2438400" cy="381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 name="RC_Abbr_0">
            <a:extLst>
              <a:ext uri="{FF2B5EF4-FFF2-40B4-BE49-F238E27FC236}">
                <a16:creationId xmlns:a16="http://schemas.microsoft.com/office/drawing/2014/main" id="{BB42438F-8297-4BC3-AAED-9F79A5134F46}"/>
              </a:ext>
            </a:extLst>
          </p:cNvPr>
          <p:cNvSpPr txBox="1"/>
          <p:nvPr/>
        </p:nvSpPr>
        <p:spPr>
          <a:xfrm>
            <a:off x="889000" y="12192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100" b="1" dirty="0">
                <a:solidFill>
                  <a:srgbClr val="F96532"/>
                </a:solidFill>
                <a:latin typeface="Montserrat" pitchFamily="34" charset="0"/>
                <a:ea typeface="Montserrat" pitchFamily="34" charset="-122"/>
                <a:cs typeface="Montserrat" pitchFamily="34" charset="-120"/>
              </a:rPr>
              <a:t>CEM</a:t>
            </a:r>
          </a:p>
        </p:txBody>
      </p:sp>
      <p:sp>
        <p:nvSpPr>
          <p:cNvPr id="10" name="RC_Name_0">
            <a:extLst>
              <a:ext uri="{FF2B5EF4-FFF2-40B4-BE49-F238E27FC236}">
                <a16:creationId xmlns:a16="http://schemas.microsoft.com/office/drawing/2014/main" id="{B519E971-2E4E-438B-AE59-F09016F35E57}"/>
              </a:ext>
            </a:extLst>
          </p:cNvPr>
          <p:cNvSpPr txBox="1"/>
          <p:nvPr/>
        </p:nvSpPr>
        <p:spPr>
          <a:xfrm>
            <a:off x="889000" y="14478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200" b="1" dirty="0">
                <a:solidFill>
                  <a:srgbClr val="FFFFFF"/>
                </a:solidFill>
                <a:latin typeface="Montserrat" pitchFamily="34" charset="0"/>
                <a:ea typeface="Montserrat" pitchFamily="34" charset="-122"/>
                <a:cs typeface="Montserrat" pitchFamily="34" charset="-120"/>
              </a:rPr>
              <a:t>Engineering Manager</a:t>
            </a:r>
          </a:p>
        </p:txBody>
      </p:sp>
      <p:sp>
        <p:nvSpPr>
          <p:cNvPr id="11" name="RC_Body_0">
            <a:extLst>
              <a:ext uri="{FF2B5EF4-FFF2-40B4-BE49-F238E27FC236}">
                <a16:creationId xmlns:a16="http://schemas.microsoft.com/office/drawing/2014/main" id="{64555CA4-24B0-464D-9D5E-7774DA9A4A73}"/>
              </a:ext>
            </a:extLst>
          </p:cNvPr>
          <p:cNvSpPr txBox="1"/>
          <p:nvPr/>
        </p:nvSpPr>
        <p:spPr>
          <a:xfrm>
            <a:off x="889000" y="1727200"/>
            <a:ext cx="2286000" cy="508000"/>
          </a:xfrm>
          <a:prstGeom prst="rect">
            <a:avLst/>
          </a:prstGeom>
          <a:solidFill>
            <a:srgbClr val="161B22"/>
          </a:solidFill>
          <a:ln>
            <a:noFill/>
          </a:ln>
        </p:spPr>
        <p:txBody>
          <a:bodyPr vertOverflow="overflow" vert="horz" wrap="square" rtlCol="0" anchor="t">
            <a:noAutofit/>
          </a:bodyPr>
          <a:lstStyle/>
          <a:p>
            <a:pPr marL="0" indent="0">
              <a:buNone/>
            </a:pPr>
            <a:r>
              <a:rPr lang="en-GB" sz="1100" i="1" dirty="0">
                <a:solidFill>
                  <a:srgbClr val="E5E7EB"/>
                </a:solidFill>
                <a:latin typeface="Open Sans" pitchFamily="34" charset="0"/>
                <a:ea typeface="Open Sans" pitchFamily="34" charset="-122"/>
                <a:cs typeface="Open Sans" pitchFamily="34" charset="-120"/>
              </a:rPr>
              <a:t>Drowning in DRN ping-pong, signatures, and doc controller tasks</a:t>
            </a:r>
          </a:p>
        </p:txBody>
      </p:sp>
      <p:sp>
        <p:nvSpPr>
          <p:cNvPr id="12" name="RC_Card_1">
            <a:extLst>
              <a:ext uri="{FF2B5EF4-FFF2-40B4-BE49-F238E27FC236}">
                <a16:creationId xmlns:a16="http://schemas.microsoft.com/office/drawing/2014/main" id="{9F4398A7-310E-42BE-88B8-D75965144DE3}"/>
              </a:ext>
            </a:extLst>
          </p:cNvPr>
          <p:cNvSpPr/>
          <p:nvPr/>
        </p:nvSpPr>
        <p:spPr>
          <a:xfrm>
            <a:off x="3352800" y="1092200"/>
            <a:ext cx="2438400" cy="12192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3" name="RC_Accent_1">
            <a:extLst>
              <a:ext uri="{FF2B5EF4-FFF2-40B4-BE49-F238E27FC236}">
                <a16:creationId xmlns:a16="http://schemas.microsoft.com/office/drawing/2014/main" id="{96F326EF-28A4-439E-8D6C-EB7D2A787787}"/>
              </a:ext>
            </a:extLst>
          </p:cNvPr>
          <p:cNvSpPr/>
          <p:nvPr/>
        </p:nvSpPr>
        <p:spPr>
          <a:xfrm>
            <a:off x="3352800" y="1092200"/>
            <a:ext cx="2438400" cy="381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4" name="RC_Abbr_1">
            <a:extLst>
              <a:ext uri="{FF2B5EF4-FFF2-40B4-BE49-F238E27FC236}">
                <a16:creationId xmlns:a16="http://schemas.microsoft.com/office/drawing/2014/main" id="{41E8F88A-AC06-4F3B-B513-F476D3939E08}"/>
              </a:ext>
            </a:extLst>
          </p:cNvPr>
          <p:cNvSpPr txBox="1"/>
          <p:nvPr/>
        </p:nvSpPr>
        <p:spPr>
          <a:xfrm>
            <a:off x="3505200" y="12192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100" b="1" dirty="0">
                <a:solidFill>
                  <a:srgbClr val="F96532"/>
                </a:solidFill>
                <a:latin typeface="Montserrat" pitchFamily="34" charset="0"/>
                <a:ea typeface="Montserrat" pitchFamily="34" charset="-122"/>
                <a:cs typeface="Montserrat" pitchFamily="34" charset="-120"/>
              </a:rPr>
              <a:t>CRE</a:t>
            </a:r>
          </a:p>
        </p:txBody>
      </p:sp>
      <p:sp>
        <p:nvSpPr>
          <p:cNvPr id="15" name="RC_Name_1">
            <a:extLst>
              <a:ext uri="{FF2B5EF4-FFF2-40B4-BE49-F238E27FC236}">
                <a16:creationId xmlns:a16="http://schemas.microsoft.com/office/drawing/2014/main" id="{853B0688-9488-46DA-BEB9-65B7E77B9737}"/>
              </a:ext>
            </a:extLst>
          </p:cNvPr>
          <p:cNvSpPr txBox="1"/>
          <p:nvPr/>
        </p:nvSpPr>
        <p:spPr>
          <a:xfrm>
            <a:off x="3505200" y="14478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200" b="1" dirty="0">
                <a:solidFill>
                  <a:srgbClr val="FFFFFF"/>
                </a:solidFill>
                <a:latin typeface="Montserrat" pitchFamily="34" charset="0"/>
                <a:ea typeface="Montserrat" pitchFamily="34" charset="-122"/>
                <a:cs typeface="Montserrat" pitchFamily="34" charset="-120"/>
              </a:rPr>
              <a:t>Responsible Engineer</a:t>
            </a:r>
          </a:p>
        </p:txBody>
      </p:sp>
      <p:sp>
        <p:nvSpPr>
          <p:cNvPr id="16" name="RC_Body_1">
            <a:extLst>
              <a:ext uri="{FF2B5EF4-FFF2-40B4-BE49-F238E27FC236}">
                <a16:creationId xmlns:a16="http://schemas.microsoft.com/office/drawing/2014/main" id="{F2797532-B72A-4D3B-9845-1136D065F12E}"/>
              </a:ext>
            </a:extLst>
          </p:cNvPr>
          <p:cNvSpPr txBox="1"/>
          <p:nvPr/>
        </p:nvSpPr>
        <p:spPr>
          <a:xfrm>
            <a:off x="3505200" y="1727200"/>
            <a:ext cx="2133600" cy="508000"/>
          </a:xfrm>
          <a:prstGeom prst="rect">
            <a:avLst/>
          </a:prstGeom>
          <a:solidFill>
            <a:srgbClr val="161B22"/>
          </a:solidFill>
          <a:ln>
            <a:noFill/>
          </a:ln>
        </p:spPr>
        <p:txBody>
          <a:bodyPr vertOverflow="overflow" vert="horz" wrap="square" rtlCol="0" anchor="t">
            <a:noAutofit/>
          </a:bodyPr>
          <a:lstStyle/>
          <a:p>
            <a:pPr marL="0" indent="0">
              <a:buNone/>
            </a:pPr>
            <a:r>
              <a:rPr lang="en-GB" sz="1100" i="1" dirty="0">
                <a:solidFill>
                  <a:srgbClr val="E5E7EB"/>
                </a:solidFill>
                <a:latin typeface="Open Sans" pitchFamily="34" charset="0"/>
                <a:ea typeface="Open Sans" pitchFamily="34" charset="-122"/>
                <a:cs typeface="Open Sans" pitchFamily="34" charset="-120"/>
              </a:rPr>
              <a:t>Form drafting eats the scrutiny time.</a:t>
            </a:r>
          </a:p>
        </p:txBody>
      </p:sp>
      <p:sp>
        <p:nvSpPr>
          <p:cNvPr id="17" name="RC_Card_2">
            <a:extLst>
              <a:ext uri="{FF2B5EF4-FFF2-40B4-BE49-F238E27FC236}">
                <a16:creationId xmlns:a16="http://schemas.microsoft.com/office/drawing/2014/main" id="{FAA0DC59-38CC-49EA-88EA-EF600CB8C9E9}"/>
              </a:ext>
            </a:extLst>
          </p:cNvPr>
          <p:cNvSpPr/>
          <p:nvPr/>
        </p:nvSpPr>
        <p:spPr>
          <a:xfrm>
            <a:off x="5969000" y="1092200"/>
            <a:ext cx="2438400" cy="12192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8" name="RC_Accent_2">
            <a:extLst>
              <a:ext uri="{FF2B5EF4-FFF2-40B4-BE49-F238E27FC236}">
                <a16:creationId xmlns:a16="http://schemas.microsoft.com/office/drawing/2014/main" id="{0845D090-5D18-4361-9D2D-B16DEF84ADAA}"/>
              </a:ext>
            </a:extLst>
          </p:cNvPr>
          <p:cNvSpPr/>
          <p:nvPr/>
        </p:nvSpPr>
        <p:spPr>
          <a:xfrm>
            <a:off x="5969000" y="1092200"/>
            <a:ext cx="2438400" cy="381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9" name="RC_Abbr_2">
            <a:extLst>
              <a:ext uri="{FF2B5EF4-FFF2-40B4-BE49-F238E27FC236}">
                <a16:creationId xmlns:a16="http://schemas.microsoft.com/office/drawing/2014/main" id="{6C1FBA1A-99F8-4966-AEE0-184E1F650896}"/>
              </a:ext>
            </a:extLst>
          </p:cNvPr>
          <p:cNvSpPr txBox="1"/>
          <p:nvPr/>
        </p:nvSpPr>
        <p:spPr>
          <a:xfrm>
            <a:off x="6121400" y="12192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100" b="1" dirty="0">
                <a:solidFill>
                  <a:srgbClr val="F96532"/>
                </a:solidFill>
                <a:latin typeface="Montserrat" pitchFamily="34" charset="0"/>
                <a:ea typeface="Montserrat" pitchFamily="34" charset="-122"/>
                <a:cs typeface="Montserrat" pitchFamily="34" charset="-120"/>
              </a:rPr>
              <a:t>PM</a:t>
            </a:r>
          </a:p>
        </p:txBody>
      </p:sp>
      <p:sp>
        <p:nvSpPr>
          <p:cNvPr id="20" name="RC_Name_2">
            <a:extLst>
              <a:ext uri="{FF2B5EF4-FFF2-40B4-BE49-F238E27FC236}">
                <a16:creationId xmlns:a16="http://schemas.microsoft.com/office/drawing/2014/main" id="{D6850787-F3A1-456F-8A28-AFA96577EE89}"/>
              </a:ext>
            </a:extLst>
          </p:cNvPr>
          <p:cNvSpPr txBox="1"/>
          <p:nvPr/>
        </p:nvSpPr>
        <p:spPr>
          <a:xfrm>
            <a:off x="6121400" y="14478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200" b="1" dirty="0">
                <a:solidFill>
                  <a:srgbClr val="FFFFFF"/>
                </a:solidFill>
                <a:latin typeface="Montserrat" pitchFamily="34" charset="0"/>
                <a:ea typeface="Montserrat" pitchFamily="34" charset="-122"/>
                <a:cs typeface="Montserrat" pitchFamily="34" charset="-120"/>
              </a:rPr>
              <a:t>Project Manager</a:t>
            </a:r>
          </a:p>
        </p:txBody>
      </p:sp>
      <p:sp>
        <p:nvSpPr>
          <p:cNvPr id="21" name="RC_Body_2">
            <a:extLst>
              <a:ext uri="{FF2B5EF4-FFF2-40B4-BE49-F238E27FC236}">
                <a16:creationId xmlns:a16="http://schemas.microsoft.com/office/drawing/2014/main" id="{7FA391AE-9BD1-4E7B-825F-25A078F00FFF}"/>
              </a:ext>
            </a:extLst>
          </p:cNvPr>
          <p:cNvSpPr txBox="1"/>
          <p:nvPr/>
        </p:nvSpPr>
        <p:spPr>
          <a:xfrm>
            <a:off x="6121400" y="1727200"/>
            <a:ext cx="2286000" cy="508000"/>
          </a:xfrm>
          <a:prstGeom prst="rect">
            <a:avLst/>
          </a:prstGeom>
          <a:solidFill>
            <a:srgbClr val="161B22"/>
          </a:solidFill>
          <a:ln>
            <a:noFill/>
          </a:ln>
        </p:spPr>
        <p:txBody>
          <a:bodyPr vertOverflow="overflow" vert="horz" wrap="square" rtlCol="0" anchor="t">
            <a:noAutofit/>
          </a:bodyPr>
          <a:lstStyle/>
          <a:p>
            <a:pPr marL="0" indent="0">
              <a:buNone/>
            </a:pPr>
            <a:r>
              <a:rPr lang="en-GB" sz="1100" i="1" dirty="0">
                <a:solidFill>
                  <a:srgbClr val="E5E7EB"/>
                </a:solidFill>
                <a:latin typeface="Open Sans" pitchFamily="34" charset="0"/>
                <a:ea typeface="Open Sans" pitchFamily="34" charset="-122"/>
                <a:cs typeface="Open Sans" pitchFamily="34" charset="-120"/>
              </a:rPr>
              <a:t>Death by reporting and tracking.</a:t>
            </a:r>
          </a:p>
        </p:txBody>
      </p:sp>
      <p:sp>
        <p:nvSpPr>
          <p:cNvPr id="22" name="RC_Card_3">
            <a:extLst>
              <a:ext uri="{FF2B5EF4-FFF2-40B4-BE49-F238E27FC236}">
                <a16:creationId xmlns:a16="http://schemas.microsoft.com/office/drawing/2014/main" id="{BBDB1DDE-4557-4008-9D38-D78CE6603D59}"/>
              </a:ext>
            </a:extLst>
          </p:cNvPr>
          <p:cNvSpPr/>
          <p:nvPr/>
        </p:nvSpPr>
        <p:spPr>
          <a:xfrm>
            <a:off x="736600" y="2489200"/>
            <a:ext cx="2438400" cy="12192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3" name="RC_Accent_3">
            <a:extLst>
              <a:ext uri="{FF2B5EF4-FFF2-40B4-BE49-F238E27FC236}">
                <a16:creationId xmlns:a16="http://schemas.microsoft.com/office/drawing/2014/main" id="{7513B3ED-DA78-45C5-A995-00B77F5EDD9E}"/>
              </a:ext>
            </a:extLst>
          </p:cNvPr>
          <p:cNvSpPr/>
          <p:nvPr/>
        </p:nvSpPr>
        <p:spPr>
          <a:xfrm>
            <a:off x="736600" y="2489200"/>
            <a:ext cx="2438400" cy="381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4" name="RC_Abbr_3">
            <a:extLst>
              <a:ext uri="{FF2B5EF4-FFF2-40B4-BE49-F238E27FC236}">
                <a16:creationId xmlns:a16="http://schemas.microsoft.com/office/drawing/2014/main" id="{10CC6A49-761B-49AC-8664-43C56AFCB6DF}"/>
              </a:ext>
            </a:extLst>
          </p:cNvPr>
          <p:cNvSpPr txBox="1"/>
          <p:nvPr/>
        </p:nvSpPr>
        <p:spPr>
          <a:xfrm>
            <a:off x="889000" y="26162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100" b="1" dirty="0">
                <a:solidFill>
                  <a:srgbClr val="F96532"/>
                </a:solidFill>
                <a:latin typeface="Montserrat" pitchFamily="34" charset="0"/>
                <a:ea typeface="Montserrat" pitchFamily="34" charset="-122"/>
                <a:cs typeface="Montserrat" pitchFamily="34" charset="-120"/>
              </a:rPr>
              <a:t>Design</a:t>
            </a:r>
          </a:p>
        </p:txBody>
      </p:sp>
      <p:sp>
        <p:nvSpPr>
          <p:cNvPr id="25" name="RC_Name_3">
            <a:extLst>
              <a:ext uri="{FF2B5EF4-FFF2-40B4-BE49-F238E27FC236}">
                <a16:creationId xmlns:a16="http://schemas.microsoft.com/office/drawing/2014/main" id="{DDD31FCB-B5DC-406A-B4FF-6EE0B0CE8C50}"/>
              </a:ext>
            </a:extLst>
          </p:cNvPr>
          <p:cNvSpPr txBox="1"/>
          <p:nvPr/>
        </p:nvSpPr>
        <p:spPr>
          <a:xfrm>
            <a:off x="889000" y="28448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200" b="1" dirty="0">
                <a:solidFill>
                  <a:srgbClr val="FFFFFF"/>
                </a:solidFill>
                <a:latin typeface="Montserrat" pitchFamily="34" charset="0"/>
                <a:ea typeface="Montserrat" pitchFamily="34" charset="-122"/>
                <a:cs typeface="Montserrat" pitchFamily="34" charset="-120"/>
              </a:rPr>
              <a:t>Designer</a:t>
            </a:r>
          </a:p>
        </p:txBody>
      </p:sp>
      <p:sp>
        <p:nvSpPr>
          <p:cNvPr id="26" name="RC_Body_3">
            <a:extLst>
              <a:ext uri="{FF2B5EF4-FFF2-40B4-BE49-F238E27FC236}">
                <a16:creationId xmlns:a16="http://schemas.microsoft.com/office/drawing/2014/main" id="{74B737E6-9FAD-41FD-912F-18DE2B3EB0E3}"/>
              </a:ext>
            </a:extLst>
          </p:cNvPr>
          <p:cNvSpPr txBox="1"/>
          <p:nvPr/>
        </p:nvSpPr>
        <p:spPr>
          <a:xfrm>
            <a:off x="889000" y="3124200"/>
            <a:ext cx="2286000" cy="508000"/>
          </a:xfrm>
          <a:prstGeom prst="rect">
            <a:avLst/>
          </a:prstGeom>
          <a:solidFill>
            <a:srgbClr val="161B22"/>
          </a:solidFill>
          <a:ln>
            <a:noFill/>
          </a:ln>
        </p:spPr>
        <p:txBody>
          <a:bodyPr vertOverflow="overflow" vert="horz" wrap="square" rtlCol="0" anchor="t">
            <a:noAutofit/>
          </a:bodyPr>
          <a:lstStyle/>
          <a:p>
            <a:pPr marL="0" indent="0">
              <a:buNone/>
            </a:pPr>
            <a:r>
              <a:rPr lang="en-GB" sz="1100" i="1" dirty="0">
                <a:solidFill>
                  <a:srgbClr val="E5E7EB"/>
                </a:solidFill>
                <a:latin typeface="Open Sans" pitchFamily="34" charset="0"/>
                <a:ea typeface="Open Sans" pitchFamily="34" charset="-122"/>
                <a:cs typeface="Open Sans" pitchFamily="34" charset="-120"/>
              </a:rPr>
              <a:t>Hunting clauses, files and others’ memories</a:t>
            </a:r>
          </a:p>
        </p:txBody>
      </p:sp>
      <p:sp>
        <p:nvSpPr>
          <p:cNvPr id="27" name="RC_Card_4">
            <a:extLst>
              <a:ext uri="{FF2B5EF4-FFF2-40B4-BE49-F238E27FC236}">
                <a16:creationId xmlns:a16="http://schemas.microsoft.com/office/drawing/2014/main" id="{3176DBB9-D5D6-4F97-A1A4-B3A87C0D56B9}"/>
              </a:ext>
            </a:extLst>
          </p:cNvPr>
          <p:cNvSpPr/>
          <p:nvPr/>
        </p:nvSpPr>
        <p:spPr>
          <a:xfrm>
            <a:off x="3352800" y="2489200"/>
            <a:ext cx="2438400" cy="12192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8" name="RC_Accent_4">
            <a:extLst>
              <a:ext uri="{FF2B5EF4-FFF2-40B4-BE49-F238E27FC236}">
                <a16:creationId xmlns:a16="http://schemas.microsoft.com/office/drawing/2014/main" id="{57C6861E-7A37-4CC9-82D9-9E30C417E626}"/>
              </a:ext>
            </a:extLst>
          </p:cNvPr>
          <p:cNvSpPr/>
          <p:nvPr/>
        </p:nvSpPr>
        <p:spPr>
          <a:xfrm>
            <a:off x="3352800" y="2489200"/>
            <a:ext cx="2438400" cy="381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29" name="RC_Abbr_4">
            <a:extLst>
              <a:ext uri="{FF2B5EF4-FFF2-40B4-BE49-F238E27FC236}">
                <a16:creationId xmlns:a16="http://schemas.microsoft.com/office/drawing/2014/main" id="{743476D8-4C30-4F6F-89E1-7B8292B2E840}"/>
              </a:ext>
            </a:extLst>
          </p:cNvPr>
          <p:cNvSpPr txBox="1"/>
          <p:nvPr/>
        </p:nvSpPr>
        <p:spPr>
          <a:xfrm>
            <a:off x="3505200" y="26162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100" b="1" dirty="0">
                <a:solidFill>
                  <a:srgbClr val="F96532"/>
                </a:solidFill>
                <a:latin typeface="Montserrat" pitchFamily="34" charset="0"/>
                <a:ea typeface="Montserrat" pitchFamily="34" charset="-122"/>
                <a:cs typeface="Montserrat" pitchFamily="34" charset="-120"/>
              </a:rPr>
              <a:t>Site</a:t>
            </a:r>
          </a:p>
        </p:txBody>
      </p:sp>
      <p:sp>
        <p:nvSpPr>
          <p:cNvPr id="30" name="RC_Name_4">
            <a:extLst>
              <a:ext uri="{FF2B5EF4-FFF2-40B4-BE49-F238E27FC236}">
                <a16:creationId xmlns:a16="http://schemas.microsoft.com/office/drawing/2014/main" id="{F2760167-AEAA-4EEE-A5BA-3BC599183183}"/>
              </a:ext>
            </a:extLst>
          </p:cNvPr>
          <p:cNvSpPr txBox="1"/>
          <p:nvPr/>
        </p:nvSpPr>
        <p:spPr>
          <a:xfrm>
            <a:off x="3505200" y="28448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200" b="1" dirty="0">
                <a:solidFill>
                  <a:srgbClr val="FFFFFF"/>
                </a:solidFill>
                <a:latin typeface="Montserrat" pitchFamily="34" charset="0"/>
                <a:ea typeface="Montserrat" pitchFamily="34" charset="-122"/>
                <a:cs typeface="Montserrat" pitchFamily="34" charset="-120"/>
              </a:rPr>
              <a:t>Section Engineer</a:t>
            </a:r>
          </a:p>
        </p:txBody>
      </p:sp>
      <p:sp>
        <p:nvSpPr>
          <p:cNvPr id="31" name="RC_Body_4">
            <a:extLst>
              <a:ext uri="{FF2B5EF4-FFF2-40B4-BE49-F238E27FC236}">
                <a16:creationId xmlns:a16="http://schemas.microsoft.com/office/drawing/2014/main" id="{C321DBD0-7C85-4F31-A050-F67218FA769B}"/>
              </a:ext>
            </a:extLst>
          </p:cNvPr>
          <p:cNvSpPr txBox="1"/>
          <p:nvPr/>
        </p:nvSpPr>
        <p:spPr>
          <a:xfrm>
            <a:off x="3505200" y="3124200"/>
            <a:ext cx="2133600" cy="508000"/>
          </a:xfrm>
          <a:prstGeom prst="rect">
            <a:avLst/>
          </a:prstGeom>
          <a:solidFill>
            <a:srgbClr val="161B22"/>
          </a:solidFill>
          <a:ln>
            <a:noFill/>
          </a:ln>
        </p:spPr>
        <p:txBody>
          <a:bodyPr vertOverflow="overflow" vert="horz" wrap="square" rtlCol="0" anchor="t">
            <a:noAutofit/>
          </a:bodyPr>
          <a:lstStyle/>
          <a:p>
            <a:pPr marL="0" indent="0">
              <a:buNone/>
            </a:pPr>
            <a:r>
              <a:rPr lang="en-GB" sz="1100" i="1" dirty="0">
                <a:solidFill>
                  <a:srgbClr val="E5E7EB"/>
                </a:solidFill>
                <a:latin typeface="Open Sans" pitchFamily="34" charset="0"/>
                <a:ea typeface="Open Sans" pitchFamily="34" charset="-122"/>
                <a:cs typeface="Open Sans" pitchFamily="34" charset="-120"/>
              </a:rPr>
              <a:t>Waiting on AFCs before possessions.</a:t>
            </a:r>
          </a:p>
        </p:txBody>
      </p:sp>
      <p:sp>
        <p:nvSpPr>
          <p:cNvPr id="32" name="RC_Card_5">
            <a:extLst>
              <a:ext uri="{FF2B5EF4-FFF2-40B4-BE49-F238E27FC236}">
                <a16:creationId xmlns:a16="http://schemas.microsoft.com/office/drawing/2014/main" id="{27842CFD-CAC9-4ED6-8E3D-A8A11C00582C}"/>
              </a:ext>
            </a:extLst>
          </p:cNvPr>
          <p:cNvSpPr/>
          <p:nvPr/>
        </p:nvSpPr>
        <p:spPr>
          <a:xfrm>
            <a:off x="5969000" y="2489200"/>
            <a:ext cx="2438400" cy="12192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3" name="RC_Accent_5">
            <a:extLst>
              <a:ext uri="{FF2B5EF4-FFF2-40B4-BE49-F238E27FC236}">
                <a16:creationId xmlns:a16="http://schemas.microsoft.com/office/drawing/2014/main" id="{560AC47C-32DE-4ABB-93E9-44AA91DD86F2}"/>
              </a:ext>
            </a:extLst>
          </p:cNvPr>
          <p:cNvSpPr/>
          <p:nvPr/>
        </p:nvSpPr>
        <p:spPr>
          <a:xfrm>
            <a:off x="5969000" y="2489200"/>
            <a:ext cx="2438400" cy="381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4" name="RC_Abbr_5">
            <a:extLst>
              <a:ext uri="{FF2B5EF4-FFF2-40B4-BE49-F238E27FC236}">
                <a16:creationId xmlns:a16="http://schemas.microsoft.com/office/drawing/2014/main" id="{1B8C169F-FA22-4413-A716-4D89D65AEDA4}"/>
              </a:ext>
            </a:extLst>
          </p:cNvPr>
          <p:cNvSpPr txBox="1"/>
          <p:nvPr/>
        </p:nvSpPr>
        <p:spPr>
          <a:xfrm>
            <a:off x="6121400" y="26162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100" b="1" dirty="0">
                <a:solidFill>
                  <a:srgbClr val="F96532"/>
                </a:solidFill>
                <a:latin typeface="Montserrat" pitchFamily="34" charset="0"/>
                <a:ea typeface="Montserrat" pitchFamily="34" charset="-122"/>
                <a:cs typeface="Montserrat" pitchFamily="34" charset="-120"/>
              </a:rPr>
              <a:t>Survey</a:t>
            </a:r>
          </a:p>
        </p:txBody>
      </p:sp>
      <p:sp>
        <p:nvSpPr>
          <p:cNvPr id="35" name="RC_Name_5">
            <a:extLst>
              <a:ext uri="{FF2B5EF4-FFF2-40B4-BE49-F238E27FC236}">
                <a16:creationId xmlns:a16="http://schemas.microsoft.com/office/drawing/2014/main" id="{C0901883-F6B7-4FB1-83D6-DCF8A657C6C3}"/>
              </a:ext>
            </a:extLst>
          </p:cNvPr>
          <p:cNvSpPr txBox="1"/>
          <p:nvPr/>
        </p:nvSpPr>
        <p:spPr>
          <a:xfrm>
            <a:off x="6121400" y="2844800"/>
            <a:ext cx="2133600" cy="228600"/>
          </a:xfrm>
          <a:prstGeom prst="rect">
            <a:avLst/>
          </a:prstGeom>
          <a:solidFill>
            <a:srgbClr val="161B22"/>
          </a:solidFill>
          <a:ln>
            <a:noFill/>
          </a:ln>
        </p:spPr>
        <p:txBody>
          <a:bodyPr vertOverflow="overflow" vert="horz" wrap="square" rtlCol="0" anchor="t">
            <a:noAutofit/>
          </a:bodyPr>
          <a:lstStyle/>
          <a:p>
            <a:pPr marL="0" indent="0">
              <a:buNone/>
            </a:pPr>
            <a:r>
              <a:rPr lang="en-GB" sz="1200" b="1" dirty="0">
                <a:solidFill>
                  <a:srgbClr val="FFFFFF"/>
                </a:solidFill>
                <a:latin typeface="Montserrat" pitchFamily="34" charset="0"/>
                <a:ea typeface="Montserrat" pitchFamily="34" charset="-122"/>
                <a:cs typeface="Montserrat" pitchFamily="34" charset="-120"/>
              </a:rPr>
              <a:t>Surveyor</a:t>
            </a:r>
          </a:p>
        </p:txBody>
      </p:sp>
      <p:sp>
        <p:nvSpPr>
          <p:cNvPr id="36" name="RC_Body_5">
            <a:extLst>
              <a:ext uri="{FF2B5EF4-FFF2-40B4-BE49-F238E27FC236}">
                <a16:creationId xmlns:a16="http://schemas.microsoft.com/office/drawing/2014/main" id="{89125271-99FF-4558-8942-7A93B46971B6}"/>
              </a:ext>
            </a:extLst>
          </p:cNvPr>
          <p:cNvSpPr txBox="1"/>
          <p:nvPr/>
        </p:nvSpPr>
        <p:spPr>
          <a:xfrm>
            <a:off x="6121400" y="3124200"/>
            <a:ext cx="2286000" cy="508000"/>
          </a:xfrm>
          <a:prstGeom prst="rect">
            <a:avLst/>
          </a:prstGeom>
          <a:solidFill>
            <a:srgbClr val="161B22"/>
          </a:solidFill>
          <a:ln>
            <a:noFill/>
          </a:ln>
        </p:spPr>
        <p:txBody>
          <a:bodyPr vertOverflow="overflow" vert="horz" wrap="square" rtlCol="0" anchor="t">
            <a:noAutofit/>
          </a:bodyPr>
          <a:lstStyle/>
          <a:p>
            <a:pPr marL="0" indent="0">
              <a:buNone/>
            </a:pPr>
            <a:r>
              <a:rPr lang="en-GB" sz="1100" i="1" dirty="0">
                <a:solidFill>
                  <a:srgbClr val="E5E7EB"/>
                </a:solidFill>
                <a:latin typeface="Open Sans" pitchFamily="34" charset="0"/>
                <a:ea typeface="Open Sans" pitchFamily="34" charset="-122"/>
                <a:cs typeface="Open Sans" pitchFamily="34" charset="-120"/>
              </a:rPr>
              <a:t>Retyping into someone else's template 100 times over.</a:t>
            </a:r>
          </a:p>
        </p:txBody>
      </p:sp>
      <p:sp>
        <p:nvSpPr>
          <p:cNvPr id="37" name="RC_Strap">
            <a:extLst>
              <a:ext uri="{FF2B5EF4-FFF2-40B4-BE49-F238E27FC236}">
                <a16:creationId xmlns:a16="http://schemas.microsoft.com/office/drawing/2014/main" id="{72F54A64-D28E-43B0-AEBD-76C72CCE3CD4}"/>
              </a:ext>
            </a:extLst>
          </p:cNvPr>
          <p:cNvSpPr txBox="1"/>
          <p:nvPr/>
        </p:nvSpPr>
        <p:spPr>
          <a:xfrm>
            <a:off x="736600" y="3962400"/>
            <a:ext cx="7670800" cy="381000"/>
          </a:xfrm>
          <a:prstGeom prst="rect">
            <a:avLst/>
          </a:prstGeom>
          <a:noFill/>
          <a:ln>
            <a:noFill/>
          </a:ln>
        </p:spPr>
        <p:txBody>
          <a:bodyPr vertOverflow="overflow" vert="horz" wrap="square" rtlCol="0" anchor="t">
            <a:noAutofit/>
          </a:bodyPr>
          <a:lstStyle/>
          <a:p>
            <a:pPr algn="l"/>
            <a:r>
              <a:rPr lang="en-GB" sz="1200" b="1" dirty="0">
                <a:solidFill>
                  <a:srgbClr val="F96532"/>
                </a:solidFill>
                <a:latin typeface="Montserrat"/>
              </a:rPr>
              <a:t>Much of time are eaten up by tasks that are repetitive, low-value adding and laborious, where possession-driven programme put every other Friday in fire-fighting mode.</a:t>
            </a:r>
          </a:p>
        </p:txBody>
      </p:sp>
    </p:spTree>
    <p:extLst>
      <p:ext uri="{BB962C8B-B14F-4D97-AF65-F5344CB8AC3E}">
        <p14:creationId xmlns:p14="http://schemas.microsoft.com/office/powerpoint/2010/main" val="2903561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Is AI the answer?</a:t>
            </a:r>
            <a:endParaRPr lang="en-US" sz="2800" dirty="0"/>
          </a:p>
        </p:txBody>
      </p:sp>
      <p:sp>
        <p:nvSpPr>
          <p:cNvPr id="6" name="Text 4"/>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7" name="Image 0" descr="preencoded.png"/>
          <p:cNvPicPr>
            <a:picLocks noChangeAspect="1"/>
          </p:cNvPicPr>
          <p:nvPr/>
        </p:nvPicPr>
        <p:blipFill>
          <a:blip r:embed="rId2"/>
          <a:stretch>
            <a:fillRect/>
          </a:stretch>
        </p:blipFill>
        <p:spPr>
          <a:xfrm>
            <a:off x="8321040" y="4526280"/>
            <a:ext cx="411480" cy="411480"/>
          </a:xfrm>
          <a:prstGeom prst="rect">
            <a:avLst/>
          </a:prstGeom>
        </p:spPr>
      </p:pic>
      <p:sp>
        <p:nvSpPr>
          <p:cNvPr id="8" name="Shape 5"/>
          <p:cNvSpPr/>
          <p:nvPr/>
        </p:nvSpPr>
        <p:spPr>
          <a:xfrm>
            <a:off x="0" y="5106924"/>
            <a:ext cx="9144000" cy="36576"/>
          </a:xfrm>
          <a:prstGeom prst="rect">
            <a:avLst/>
          </a:prstGeom>
          <a:solidFill>
            <a:srgbClr val="F96532"/>
          </a:solidFill>
          <a:ln/>
        </p:spPr>
        <p:txBody>
          <a:bodyPr/>
          <a:lstStyle/>
          <a:p>
            <a:endParaRPr lang="en-GB"/>
          </a:p>
        </p:txBody>
      </p:sp>
      <p:sp>
        <p:nvSpPr>
          <p:cNvPr id="4" name="NY_Card_0">
            <a:extLst>
              <a:ext uri="{FF2B5EF4-FFF2-40B4-BE49-F238E27FC236}">
                <a16:creationId xmlns:a16="http://schemas.microsoft.com/office/drawing/2014/main" id="{443EEEC5-99D2-41B8-8C67-7A42BCF31AB0}"/>
              </a:ext>
            </a:extLst>
          </p:cNvPr>
          <p:cNvSpPr/>
          <p:nvPr/>
        </p:nvSpPr>
        <p:spPr>
          <a:xfrm>
            <a:off x="736600" y="1092200"/>
            <a:ext cx="3683000" cy="32004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 name="NY_Head_0">
            <a:extLst>
              <a:ext uri="{FF2B5EF4-FFF2-40B4-BE49-F238E27FC236}">
                <a16:creationId xmlns:a16="http://schemas.microsoft.com/office/drawing/2014/main" id="{15734873-E3D5-40B0-A141-6163AC52D8CA}"/>
              </a:ext>
            </a:extLst>
          </p:cNvPr>
          <p:cNvSpPr txBox="1"/>
          <p:nvPr/>
        </p:nvSpPr>
        <p:spPr>
          <a:xfrm>
            <a:off x="965200" y="1320800"/>
            <a:ext cx="3225800" cy="812800"/>
          </a:xfrm>
          <a:prstGeom prst="rect">
            <a:avLst/>
          </a:prstGeom>
          <a:solidFill>
            <a:srgbClr val="161B22"/>
          </a:solidFill>
          <a:ln>
            <a:noFill/>
          </a:ln>
        </p:spPr>
        <p:txBody>
          <a:bodyPr vertOverflow="overflow" vert="horz" wrap="square" rtlCol="0" anchor="t">
            <a:noAutofit/>
          </a:bodyPr>
          <a:lstStyle/>
          <a:p>
            <a:pPr algn="l"/>
            <a:r>
              <a:rPr lang="en-GB" sz="5600" b="1" dirty="0">
                <a:solidFill>
                  <a:srgbClr val="6B7280"/>
                </a:solidFill>
                <a:latin typeface="Montserrat"/>
              </a:rPr>
              <a:t>No.</a:t>
            </a:r>
          </a:p>
        </p:txBody>
      </p:sp>
      <p:sp>
        <p:nvSpPr>
          <p:cNvPr id="9" name="NY_Sub_0">
            <a:extLst>
              <a:ext uri="{FF2B5EF4-FFF2-40B4-BE49-F238E27FC236}">
                <a16:creationId xmlns:a16="http://schemas.microsoft.com/office/drawing/2014/main" id="{97608C41-346C-4B29-9136-003AF7E68096}"/>
              </a:ext>
            </a:extLst>
          </p:cNvPr>
          <p:cNvSpPr txBox="1"/>
          <p:nvPr/>
        </p:nvSpPr>
        <p:spPr>
          <a:xfrm>
            <a:off x="965200" y="2133600"/>
            <a:ext cx="3225800" cy="508000"/>
          </a:xfrm>
          <a:prstGeom prst="rect">
            <a:avLst/>
          </a:prstGeom>
          <a:solidFill>
            <a:srgbClr val="161B22"/>
          </a:solidFill>
          <a:ln>
            <a:noFill/>
          </a:ln>
        </p:spPr>
        <p:txBody>
          <a:bodyPr vertOverflow="overflow" vert="horz" wrap="square" rtlCol="0" anchor="t">
            <a:noAutofit/>
          </a:bodyPr>
          <a:lstStyle/>
          <a:p>
            <a:pPr algn="l"/>
            <a:r>
              <a:rPr lang="en-GB" sz="1300" b="1" dirty="0">
                <a:solidFill>
                  <a:srgbClr val="FFFFFF"/>
                </a:solidFill>
                <a:latin typeface="Montserrat"/>
              </a:rPr>
              <a:t>Not to the things that need a signature.</a:t>
            </a:r>
          </a:p>
        </p:txBody>
      </p:sp>
      <p:sp>
        <p:nvSpPr>
          <p:cNvPr id="10" name="NY_Body_0">
            <a:extLst>
              <a:ext uri="{FF2B5EF4-FFF2-40B4-BE49-F238E27FC236}">
                <a16:creationId xmlns:a16="http://schemas.microsoft.com/office/drawing/2014/main" id="{AF22E45E-5D44-44F6-B19E-F6B53C173A1B}"/>
              </a:ext>
            </a:extLst>
          </p:cNvPr>
          <p:cNvSpPr txBox="1"/>
          <p:nvPr/>
        </p:nvSpPr>
        <p:spPr>
          <a:xfrm>
            <a:off x="965200" y="2768600"/>
            <a:ext cx="3454400" cy="1549400"/>
          </a:xfrm>
          <a:prstGeom prst="rect">
            <a:avLst/>
          </a:prstGeom>
          <a:solidFill>
            <a:srgbClr val="161B22"/>
          </a:solidFill>
          <a:ln>
            <a:noFill/>
          </a:ln>
        </p:spPr>
        <p:txBody>
          <a:bodyPr vertOverflow="overflow" vert="horz" wrap="square" rtlCol="0" anchor="t">
            <a:noAutofit/>
          </a:bodyPr>
          <a:lstStyle/>
          <a:p>
            <a:pPr marL="200025" indent="-200025">
              <a:spcAft>
                <a:spcPts val="600"/>
              </a:spcAft>
              <a:buSzPct val="100000"/>
              <a:buFont typeface="Arial"/>
              <a:buChar char="•"/>
            </a:pPr>
            <a:r>
              <a:rPr lang="en-GB" sz="1100" dirty="0">
                <a:solidFill>
                  <a:srgbClr val="E5E7EB"/>
                </a:solidFill>
                <a:latin typeface="Open Sans" pitchFamily="34" charset="0"/>
                <a:ea typeface="Open Sans" pitchFamily="34" charset="-122"/>
                <a:cs typeface="Open Sans" pitchFamily="34" charset="-120"/>
              </a:rPr>
              <a:t>Engineering judgement, accountability, and the CEM/CRE/PE seat — not for AI to take.</a:t>
            </a:r>
          </a:p>
          <a:p>
            <a:pPr marL="200025" indent="-200025">
              <a:spcAft>
                <a:spcPts val="600"/>
              </a:spcAft>
              <a:buSzPct val="100000"/>
              <a:buFont typeface="Arial"/>
              <a:buChar char="•"/>
            </a:pPr>
            <a:r>
              <a:rPr lang="en-GB" sz="1100" dirty="0">
                <a:solidFill>
                  <a:srgbClr val="E5E7EB"/>
                </a:solidFill>
                <a:latin typeface="Open Sans" pitchFamily="34" charset="0"/>
                <a:ea typeface="Open Sans" pitchFamily="34" charset="-122"/>
                <a:cs typeface="Open Sans" pitchFamily="34" charset="-120"/>
              </a:rPr>
              <a:t>Standards interpretation, risk acceptance, and the safety case stay with the humans named on the form.</a:t>
            </a:r>
          </a:p>
          <a:p>
            <a:pPr marL="200025" indent="-200025">
              <a:spcAft>
                <a:spcPts val="600"/>
              </a:spcAft>
              <a:buSzPct val="100000"/>
              <a:buFont typeface="Arial"/>
              <a:buChar char="•"/>
            </a:pPr>
            <a:r>
              <a:rPr lang="en-GB" sz="1100" dirty="0">
                <a:solidFill>
                  <a:srgbClr val="E5E7EB"/>
                </a:solidFill>
                <a:latin typeface="Open Sans" pitchFamily="34" charset="0"/>
                <a:ea typeface="Open Sans" pitchFamily="34" charset="-122"/>
                <a:cs typeface="Open Sans" pitchFamily="34" charset="-120"/>
              </a:rPr>
              <a:t>Drop AI into those decisions and you trade visible work for invisible error.</a:t>
            </a:r>
          </a:p>
        </p:txBody>
      </p:sp>
      <p:sp>
        <p:nvSpPr>
          <p:cNvPr id="11" name="NY_Card_1">
            <a:extLst>
              <a:ext uri="{FF2B5EF4-FFF2-40B4-BE49-F238E27FC236}">
                <a16:creationId xmlns:a16="http://schemas.microsoft.com/office/drawing/2014/main" id="{5D085341-6852-4FA0-88FB-FA16846946E0}"/>
              </a:ext>
            </a:extLst>
          </p:cNvPr>
          <p:cNvSpPr/>
          <p:nvPr/>
        </p:nvSpPr>
        <p:spPr>
          <a:xfrm>
            <a:off x="4724400" y="1092200"/>
            <a:ext cx="3683000" cy="32004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 name="NY_Head_1">
            <a:extLst>
              <a:ext uri="{FF2B5EF4-FFF2-40B4-BE49-F238E27FC236}">
                <a16:creationId xmlns:a16="http://schemas.microsoft.com/office/drawing/2014/main" id="{C006A6CC-3A93-4B0D-BB69-D905687BA99D}"/>
              </a:ext>
            </a:extLst>
          </p:cNvPr>
          <p:cNvSpPr txBox="1"/>
          <p:nvPr/>
        </p:nvSpPr>
        <p:spPr>
          <a:xfrm>
            <a:off x="4953000" y="1320800"/>
            <a:ext cx="3225800" cy="812800"/>
          </a:xfrm>
          <a:prstGeom prst="rect">
            <a:avLst/>
          </a:prstGeom>
          <a:solidFill>
            <a:srgbClr val="161B22"/>
          </a:solidFill>
          <a:ln>
            <a:noFill/>
          </a:ln>
        </p:spPr>
        <p:txBody>
          <a:bodyPr vertOverflow="overflow" vert="horz" wrap="square" rtlCol="0" anchor="t">
            <a:noAutofit/>
          </a:bodyPr>
          <a:lstStyle/>
          <a:p>
            <a:pPr algn="l"/>
            <a:r>
              <a:rPr lang="en-GB" sz="5600" b="1" dirty="0">
                <a:solidFill>
                  <a:srgbClr val="F96532"/>
                </a:solidFill>
                <a:latin typeface="Montserrat"/>
              </a:rPr>
              <a:t>Yes.</a:t>
            </a:r>
          </a:p>
        </p:txBody>
      </p:sp>
      <p:sp>
        <p:nvSpPr>
          <p:cNvPr id="13" name="NY_Sub_1">
            <a:extLst>
              <a:ext uri="{FF2B5EF4-FFF2-40B4-BE49-F238E27FC236}">
                <a16:creationId xmlns:a16="http://schemas.microsoft.com/office/drawing/2014/main" id="{EC16DE09-CBA9-4E95-858D-D6D078EA56EA}"/>
              </a:ext>
            </a:extLst>
          </p:cNvPr>
          <p:cNvSpPr txBox="1"/>
          <p:nvPr/>
        </p:nvSpPr>
        <p:spPr>
          <a:xfrm>
            <a:off x="4953000" y="2133600"/>
            <a:ext cx="3225800" cy="508000"/>
          </a:xfrm>
          <a:prstGeom prst="rect">
            <a:avLst/>
          </a:prstGeom>
          <a:solidFill>
            <a:srgbClr val="161B22"/>
          </a:solidFill>
          <a:ln>
            <a:noFill/>
          </a:ln>
        </p:spPr>
        <p:txBody>
          <a:bodyPr vertOverflow="overflow" vert="horz" wrap="square" rtlCol="0" anchor="t">
            <a:noAutofit/>
          </a:bodyPr>
          <a:lstStyle/>
          <a:p>
            <a:pPr algn="l"/>
            <a:r>
              <a:rPr lang="en-GB" sz="1300" b="1">
                <a:solidFill>
                  <a:srgbClr val="FFFFFF"/>
                </a:solidFill>
                <a:latin typeface="Montserrat"/>
              </a:rPr>
              <a:t>To the work that bleeds time around the signature.</a:t>
            </a:r>
          </a:p>
        </p:txBody>
      </p:sp>
      <p:sp>
        <p:nvSpPr>
          <p:cNvPr id="14" name="NY_Body_1">
            <a:extLst>
              <a:ext uri="{FF2B5EF4-FFF2-40B4-BE49-F238E27FC236}">
                <a16:creationId xmlns:a16="http://schemas.microsoft.com/office/drawing/2014/main" id="{E4D6D438-64B8-4E09-B0C4-DAAEFB742D38}"/>
              </a:ext>
            </a:extLst>
          </p:cNvPr>
          <p:cNvSpPr txBox="1"/>
          <p:nvPr/>
        </p:nvSpPr>
        <p:spPr>
          <a:xfrm>
            <a:off x="4953000" y="2768600"/>
            <a:ext cx="3454400" cy="1549400"/>
          </a:xfrm>
          <a:prstGeom prst="rect">
            <a:avLst/>
          </a:prstGeom>
          <a:solidFill>
            <a:srgbClr val="161B22"/>
          </a:solidFill>
          <a:ln>
            <a:noFill/>
          </a:ln>
        </p:spPr>
        <p:txBody>
          <a:bodyPr vertOverflow="overflow" vert="horz" wrap="square" rtlCol="0" anchor="t">
            <a:noAutofit/>
          </a:bodyPr>
          <a:lstStyle/>
          <a:p>
            <a:pPr marL="200025" indent="-200025">
              <a:spcAft>
                <a:spcPts val="600"/>
              </a:spcAft>
              <a:buSzPct val="100000"/>
              <a:buFont typeface="Arial"/>
              <a:buChar char="•"/>
            </a:pPr>
            <a:r>
              <a:rPr lang="en-GB" sz="1100" dirty="0">
                <a:solidFill>
                  <a:srgbClr val="E5E7EB"/>
                </a:solidFill>
                <a:latin typeface="Open Sans" pitchFamily="34" charset="0"/>
                <a:ea typeface="Open Sans" pitchFamily="34" charset="-122"/>
                <a:cs typeface="Open Sans" pitchFamily="34" charset="-120"/>
              </a:rPr>
              <a:t>Drafting Form Gs, Form Cs, AIPs, DRN responses — high frequency, low judgement.</a:t>
            </a:r>
          </a:p>
          <a:p>
            <a:pPr marL="200025" indent="-200025">
              <a:spcAft>
                <a:spcPts val="600"/>
              </a:spcAft>
              <a:buSzPct val="100000"/>
              <a:buFont typeface="Arial"/>
              <a:buChar char="•"/>
            </a:pPr>
            <a:r>
              <a:rPr lang="en-GB" sz="1100" dirty="0">
                <a:solidFill>
                  <a:srgbClr val="E5E7EB"/>
                </a:solidFill>
                <a:latin typeface="Open Sans" pitchFamily="34" charset="0"/>
                <a:ea typeface="Open Sans" pitchFamily="34" charset="-122"/>
                <a:cs typeface="Open Sans" pitchFamily="34" charset="-120"/>
              </a:rPr>
              <a:t>Surfacing the right standard, the right clause, the last accepted submission, in seconds.</a:t>
            </a:r>
          </a:p>
          <a:p>
            <a:pPr marL="200025" indent="-200025">
              <a:spcAft>
                <a:spcPts val="600"/>
              </a:spcAft>
              <a:buSzPct val="100000"/>
              <a:buFont typeface="Arial"/>
              <a:buChar char="•"/>
            </a:pPr>
            <a:r>
              <a:rPr lang="en-GB" sz="1100" dirty="0">
                <a:solidFill>
                  <a:srgbClr val="E5E7EB"/>
                </a:solidFill>
                <a:latin typeface="Open Sans" pitchFamily="34" charset="0"/>
                <a:ea typeface="Open Sans" pitchFamily="34" charset="-122"/>
                <a:cs typeface="Open Sans" pitchFamily="34" charset="-120"/>
              </a:rPr>
              <a:t>Catching the inconsistency before it becomes a defect — not after.</a:t>
            </a:r>
          </a:p>
        </p:txBody>
      </p:sp>
      <p:sp>
        <p:nvSpPr>
          <p:cNvPr id="15" name="NY_Foot">
            <a:extLst>
              <a:ext uri="{FF2B5EF4-FFF2-40B4-BE49-F238E27FC236}">
                <a16:creationId xmlns:a16="http://schemas.microsoft.com/office/drawing/2014/main" id="{5D312817-9BB9-4C1D-9EC1-B74D7E87BA9A}"/>
              </a:ext>
            </a:extLst>
          </p:cNvPr>
          <p:cNvSpPr txBox="1"/>
          <p:nvPr/>
        </p:nvSpPr>
        <p:spPr>
          <a:xfrm>
            <a:off x="736600" y="4419600"/>
            <a:ext cx="7670800" cy="228600"/>
          </a:xfrm>
          <a:prstGeom prst="rect">
            <a:avLst/>
          </a:prstGeom>
          <a:noFill/>
          <a:ln>
            <a:noFill/>
          </a:ln>
        </p:spPr>
        <p:txBody>
          <a:bodyPr vertOverflow="overflow" vert="horz" wrap="square" rtlCol="0" anchor="t">
            <a:noAutofit/>
          </a:bodyPr>
          <a:lstStyle/>
          <a:p>
            <a:pPr algn="l"/>
            <a:r>
              <a:rPr lang="en-GB" sz="1100" i="1">
                <a:solidFill>
                  <a:srgbClr val="9CA3AF"/>
                </a:solidFill>
                <a:latin typeface="Open Sans"/>
                <a:ea typeface="Open Sans"/>
                <a:cs typeface="Open Sans"/>
              </a:rPr>
              <a:t>…if it's implemented systematically. Wrong place, wrong guardrails, and AI is worse than not using it at all.</a:t>
            </a:r>
          </a:p>
        </p:txBody>
      </p:sp>
    </p:spTree>
    <p:extLst>
      <p:ext uri="{BB962C8B-B14F-4D97-AF65-F5344CB8AC3E}">
        <p14:creationId xmlns:p14="http://schemas.microsoft.com/office/powerpoint/2010/main" val="103192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58420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What AI is, and what it isn't</a:t>
            </a:r>
            <a:endParaRPr lang="en-US" sz="2800" dirty="0"/>
          </a:p>
        </p:txBody>
      </p:sp>
      <p:sp>
        <p:nvSpPr>
          <p:cNvPr id="4" name="Shape 2"/>
          <p:cNvSpPr/>
          <p:nvPr/>
        </p:nvSpPr>
        <p:spPr>
          <a:xfrm>
            <a:off x="731520" y="1188720"/>
            <a:ext cx="3657600"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5" name="Shape 3"/>
          <p:cNvSpPr/>
          <p:nvPr/>
        </p:nvSpPr>
        <p:spPr>
          <a:xfrm>
            <a:off x="731520" y="1188720"/>
            <a:ext cx="3657600" cy="45720"/>
          </a:xfrm>
          <a:prstGeom prst="rect">
            <a:avLst/>
          </a:prstGeom>
          <a:solidFill>
            <a:srgbClr val="F96532"/>
          </a:solidFill>
          <a:ln/>
        </p:spPr>
        <p:txBody>
          <a:bodyPr/>
          <a:lstStyle/>
          <a:p>
            <a:endParaRPr lang="en-GB"/>
          </a:p>
        </p:txBody>
      </p:sp>
      <p:sp>
        <p:nvSpPr>
          <p:cNvPr id="6" name="Text 4"/>
          <p:cNvSpPr/>
          <p:nvPr/>
        </p:nvSpPr>
        <p:spPr>
          <a:xfrm>
            <a:off x="1051560" y="1463040"/>
            <a:ext cx="3017520" cy="411480"/>
          </a:xfrm>
          <a:prstGeom prst="rect">
            <a:avLst/>
          </a:prstGeom>
          <a:noFill/>
          <a:ln/>
        </p:spPr>
        <p:txBody>
          <a:bodyPr wrap="square" lIns="0" tIns="0" rIns="0" bIns="0" rtlCol="0" anchor="ctr"/>
          <a:lstStyle/>
          <a:p>
            <a:pPr marL="0" indent="0">
              <a:buNone/>
            </a:pPr>
            <a:r>
              <a:rPr lang="en-US" sz="1800" b="1" dirty="0">
                <a:solidFill>
                  <a:srgbClr val="F96532"/>
                </a:solidFill>
                <a:latin typeface="Montserrat" pitchFamily="34" charset="0"/>
                <a:ea typeface="Montserrat" pitchFamily="34" charset="-122"/>
                <a:cs typeface="Montserrat" pitchFamily="34" charset="-120"/>
              </a:rPr>
              <a:t>Confident. Wrong.</a:t>
            </a:r>
            <a:endParaRPr lang="en-US" sz="1800" dirty="0"/>
          </a:p>
        </p:txBody>
      </p:sp>
      <p:sp>
        <p:nvSpPr>
          <p:cNvPr id="7" name="Text 5"/>
          <p:cNvSpPr/>
          <p:nvPr/>
        </p:nvSpPr>
        <p:spPr>
          <a:xfrm>
            <a:off x="1051560" y="1920240"/>
            <a:ext cx="3017520" cy="2103120"/>
          </a:xfrm>
          <a:prstGeom prst="rect">
            <a:avLst/>
          </a:prstGeom>
          <a:noFill/>
          <a:ln/>
        </p:spPr>
        <p:txBody>
          <a:bodyPr wrap="square" lIns="0" tIns="0" rIns="0" bIns="0" rtlCol="0" anchor="ctr"/>
          <a:lstStyle/>
          <a:p>
            <a:pPr marL="0" indent="0">
              <a:buNone/>
            </a:pPr>
            <a:r>
              <a:rPr lang="en-US" sz="1300" dirty="0">
                <a:solidFill>
                  <a:srgbClr val="E5E7EB"/>
                </a:solidFill>
                <a:latin typeface="Open Sans" pitchFamily="34" charset="0"/>
                <a:ea typeface="Open Sans" pitchFamily="34" charset="-122"/>
                <a:cs typeface="Open Sans" pitchFamily="34" charset="-120"/>
              </a:rPr>
              <a:t>I asked a leading AI tool what a DPE is. There is no Delivery Programme Executive. A DPE is a Designated Project Engineer under NR/L2/RSE/02009. The model invented a plausible answer because the right one isn’t on the public web. This is why generic AI cannot do our work — and why proper deployment must sit on our standards, our templates, our project memory.</a:t>
            </a:r>
            <a:endParaRPr lang="en-US" sz="1300" dirty="0"/>
          </a:p>
        </p:txBody>
      </p:sp>
      <p:pic>
        <p:nvPicPr>
          <p:cNvPr id="8" name="DPE Screenshot"/>
          <p:cNvPicPr>
            <a:picLocks noChangeAspect="1"/>
          </p:cNvPicPr>
          <p:nvPr/>
        </p:nvPicPr>
        <p:blipFill>
          <a:blip r:embed="rId3"/>
          <a:stretch>
            <a:fillRect/>
          </a:stretch>
        </p:blipFill>
        <p:spPr>
          <a:xfrm>
            <a:off x="4389120" y="1353687"/>
            <a:ext cx="4565142" cy="2669673"/>
          </a:xfrm>
          <a:prstGeom prst="rect">
            <a:avLst/>
          </a:prstGeom>
        </p:spPr>
      </p:pic>
      <p:sp>
        <p:nvSpPr>
          <p:cNvPr id="11" name="DPE Caption"/>
          <p:cNvSpPr/>
          <p:nvPr/>
        </p:nvSpPr>
        <p:spPr>
          <a:xfrm>
            <a:off x="4754880" y="3950000"/>
            <a:ext cx="3657600" cy="320040"/>
          </a:xfrm>
          <a:prstGeom prst="rect">
            <a:avLst/>
          </a:prstGeom>
          <a:noFill/>
          <a:ln/>
        </p:spPr>
        <p:txBody>
          <a:bodyPr wrap="square" lIns="0" tIns="0" rIns="0" bIns="0" rtlCol="0" anchor="ctr"/>
          <a:lstStyle/>
          <a:p>
            <a:pPr marL="0" indent="0" algn="ctr">
              <a:buNone/>
            </a:pPr>
            <a:r>
              <a:rPr lang="en-US" sz="1000" i="1" dirty="0">
                <a:solidFill>
                  <a:srgbClr val="9CA3AF"/>
                </a:solidFill>
                <a:latin typeface="Open Sans" pitchFamily="34" charset="0"/>
                <a:ea typeface="Open Sans" pitchFamily="34" charset="-122"/>
                <a:cs typeface="Open Sans" pitchFamily="34" charset="-120"/>
              </a:rPr>
              <a:t>Asked this morning. Confidently invented.</a:t>
            </a:r>
            <a:endParaRPr lang="en-US" sz="1000" dirty="0"/>
          </a:p>
        </p:txBody>
      </p:sp>
      <p:sp>
        <p:nvSpPr>
          <p:cNvPr id="12" name="Text 10"/>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13" name="Image 0" descr="preencoded.png"/>
          <p:cNvPicPr>
            <a:picLocks noChangeAspect="1"/>
          </p:cNvPicPr>
          <p:nvPr/>
        </p:nvPicPr>
        <p:blipFill>
          <a:blip r:embed="rId4"/>
          <a:stretch>
            <a:fillRect/>
          </a:stretch>
        </p:blipFill>
        <p:spPr>
          <a:xfrm>
            <a:off x="8321040" y="4526280"/>
            <a:ext cx="411480" cy="411480"/>
          </a:xfrm>
          <a:prstGeom prst="rect">
            <a:avLst/>
          </a:prstGeom>
        </p:spPr>
      </p:pic>
      <p:sp>
        <p:nvSpPr>
          <p:cNvPr id="14" name="Shape 11"/>
          <p:cNvSpPr/>
          <p:nvPr/>
        </p:nvSpPr>
        <p:spPr>
          <a:xfrm>
            <a:off x="0" y="5106924"/>
            <a:ext cx="9144000" cy="36576"/>
          </a:xfrm>
          <a:prstGeom prst="rect">
            <a:avLst/>
          </a:prstGeom>
          <a:solidFill>
            <a:srgbClr val="F96532"/>
          </a:solidFill>
          <a:ln/>
        </p:spPr>
        <p:txBody>
          <a:bodyPr/>
          <a:lstStyle/>
          <a:p>
            <a:endParaRPr lang="en-GB"/>
          </a:p>
        </p:txBody>
      </p:sp>
      <p:sp>
        <p:nvSpPr>
          <p:cNvPr id="9" name="S8_Bridge">
            <a:extLst>
              <a:ext uri="{FF2B5EF4-FFF2-40B4-BE49-F238E27FC236}">
                <a16:creationId xmlns:a16="http://schemas.microsoft.com/office/drawing/2014/main" id="{406A9A3E-63C7-4392-B7BD-23E2A1087052}"/>
              </a:ext>
            </a:extLst>
          </p:cNvPr>
          <p:cNvSpPr txBox="1"/>
          <p:nvPr/>
        </p:nvSpPr>
        <p:spPr>
          <a:xfrm>
            <a:off x="736600" y="317500"/>
            <a:ext cx="7315200" cy="228600"/>
          </a:xfrm>
          <a:prstGeom prst="rect">
            <a:avLst/>
          </a:prstGeom>
          <a:noFill/>
          <a:ln>
            <a:noFill/>
          </a:ln>
        </p:spPr>
        <p:txBody>
          <a:bodyPr vertOverflow="overflow" vert="horz" wrap="square" rtlCol="0" anchor="t">
            <a:noAutofit/>
          </a:bodyPr>
          <a:lstStyle/>
          <a:p>
            <a:pPr algn="l"/>
            <a:r>
              <a:rPr lang="en-GB" sz="1100" b="1" dirty="0">
                <a:solidFill>
                  <a:srgbClr val="F96532"/>
                </a:solidFill>
                <a:latin typeface="Open Sans"/>
                <a:ea typeface="Open Sans"/>
                <a:cs typeface="Open Sans"/>
              </a:rPr>
              <a:t>To find the X we need to know the tool — what it can do and can’t do</a:t>
            </a:r>
          </a:p>
        </p:txBody>
      </p:sp>
    </p:spTree>
    <p:extLst>
      <p:ext uri="{BB962C8B-B14F-4D97-AF65-F5344CB8AC3E}">
        <p14:creationId xmlns:p14="http://schemas.microsoft.com/office/powerpoint/2010/main" val="4244060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Where the line is, today.</a:t>
            </a:r>
            <a:endParaRPr lang="en-US" sz="2800" dirty="0"/>
          </a:p>
        </p:txBody>
      </p:sp>
      <p:sp>
        <p:nvSpPr>
          <p:cNvPr id="4" name="Shape 2"/>
          <p:cNvSpPr/>
          <p:nvPr/>
        </p:nvSpPr>
        <p:spPr>
          <a:xfrm>
            <a:off x="731520" y="1188720"/>
            <a:ext cx="3657600"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5" name="Shape 3"/>
          <p:cNvSpPr/>
          <p:nvPr/>
        </p:nvSpPr>
        <p:spPr>
          <a:xfrm>
            <a:off x="731520" y="1188720"/>
            <a:ext cx="3657600" cy="45720"/>
          </a:xfrm>
          <a:prstGeom prst="rect">
            <a:avLst/>
          </a:prstGeom>
          <a:solidFill>
            <a:srgbClr val="F96532"/>
          </a:solidFill>
          <a:ln/>
        </p:spPr>
        <p:txBody>
          <a:bodyPr/>
          <a:lstStyle/>
          <a:p>
            <a:endParaRPr lang="en-GB"/>
          </a:p>
        </p:txBody>
      </p:sp>
      <p:sp>
        <p:nvSpPr>
          <p:cNvPr id="6" name="Text 4"/>
          <p:cNvSpPr/>
          <p:nvPr/>
        </p:nvSpPr>
        <p:spPr>
          <a:xfrm>
            <a:off x="1051560" y="1463040"/>
            <a:ext cx="3017520" cy="411480"/>
          </a:xfrm>
          <a:prstGeom prst="rect">
            <a:avLst/>
          </a:prstGeom>
          <a:noFill/>
          <a:ln/>
        </p:spPr>
        <p:txBody>
          <a:bodyPr wrap="square" lIns="0" tIns="0" rIns="0" bIns="0" rtlCol="0" anchor="ctr"/>
          <a:lstStyle/>
          <a:p>
            <a:pPr marL="0" indent="0">
              <a:buNone/>
            </a:pPr>
            <a:r>
              <a:rPr lang="en-US" sz="1800" b="1" dirty="0">
                <a:solidFill>
                  <a:srgbClr val="F96532"/>
                </a:solidFill>
                <a:latin typeface="Montserrat" pitchFamily="34" charset="0"/>
                <a:ea typeface="Montserrat" pitchFamily="34" charset="-122"/>
                <a:cs typeface="Montserrat" pitchFamily="34" charset="-120"/>
              </a:rPr>
              <a:t>AI is good at</a:t>
            </a:r>
            <a:endParaRPr lang="en-US" sz="1800" dirty="0"/>
          </a:p>
        </p:txBody>
      </p:sp>
      <p:sp>
        <p:nvSpPr>
          <p:cNvPr id="7" name="Text 5"/>
          <p:cNvSpPr/>
          <p:nvPr/>
        </p:nvSpPr>
        <p:spPr>
          <a:xfrm>
            <a:off x="1051560" y="1920240"/>
            <a:ext cx="3017520" cy="2103120"/>
          </a:xfrm>
          <a:prstGeom prst="rect">
            <a:avLst/>
          </a:prstGeom>
          <a:noFill/>
          <a:ln/>
        </p:spPr>
        <p:txBody>
          <a:bodyPr wrap="square" lIns="0" tIns="0" rIns="0" bIns="0" rtlCol="0" anchor="ctr"/>
          <a:lstStyle/>
          <a:p>
            <a:pPr marL="0" indent="0">
              <a:buNone/>
            </a:pPr>
            <a:r>
              <a:rPr lang="en-US" sz="1300" dirty="0">
                <a:solidFill>
                  <a:srgbClr val="E5E7EB"/>
                </a:solidFill>
                <a:latin typeface="Open Sans" pitchFamily="34" charset="0"/>
                <a:ea typeface="Open Sans" pitchFamily="34" charset="-122"/>
                <a:cs typeface="Open Sans" pitchFamily="34" charset="-120"/>
              </a:rPr>
              <a:t>Retrieving a clause from 400 pages of standards.</a:t>
            </a:r>
          </a:p>
          <a:p>
            <a:pPr marL="0" indent="0">
              <a:buNone/>
            </a:pPr>
            <a:endParaRPr lang="en-US" sz="1000" dirty="0"/>
          </a:p>
          <a:p>
            <a:pPr marL="0" indent="0">
              <a:buNone/>
            </a:pPr>
            <a:r>
              <a:rPr lang="en-US" sz="1300" dirty="0">
                <a:solidFill>
                  <a:srgbClr val="E5E7EB"/>
                </a:solidFill>
                <a:latin typeface="Open Sans" pitchFamily="34" charset="0"/>
                <a:ea typeface="Open Sans" pitchFamily="34" charset="-122"/>
                <a:cs typeface="Open Sans" pitchFamily="34" charset="-120"/>
              </a:rPr>
              <a:t>Drafting a Form G from source documents.</a:t>
            </a:r>
          </a:p>
          <a:p>
            <a:pPr marL="0" indent="0">
              <a:buNone/>
            </a:pPr>
            <a:endParaRPr lang="en-US" sz="1000" dirty="0"/>
          </a:p>
          <a:p>
            <a:pPr marL="0" indent="0">
              <a:buNone/>
            </a:pPr>
            <a:r>
              <a:rPr lang="en-US" sz="1300" dirty="0">
                <a:solidFill>
                  <a:srgbClr val="E5E7EB"/>
                </a:solidFill>
                <a:latin typeface="Open Sans" pitchFamily="34" charset="0"/>
                <a:ea typeface="Open Sans" pitchFamily="34" charset="-122"/>
                <a:cs typeface="Open Sans" pitchFamily="34" charset="-120"/>
              </a:rPr>
              <a:t>Cross-referencing your DRN against design history.</a:t>
            </a:r>
            <a:endParaRPr lang="en-US" sz="1300" dirty="0"/>
          </a:p>
        </p:txBody>
      </p:sp>
      <p:sp>
        <p:nvSpPr>
          <p:cNvPr id="8" name="Shape 6"/>
          <p:cNvSpPr/>
          <p:nvPr/>
        </p:nvSpPr>
        <p:spPr>
          <a:xfrm>
            <a:off x="4754880" y="1188720"/>
            <a:ext cx="3657600"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9" name="Shape 7"/>
          <p:cNvSpPr/>
          <p:nvPr/>
        </p:nvSpPr>
        <p:spPr>
          <a:xfrm>
            <a:off x="4754880" y="1188720"/>
            <a:ext cx="3657600" cy="45720"/>
          </a:xfrm>
          <a:prstGeom prst="rect">
            <a:avLst/>
          </a:prstGeom>
          <a:solidFill>
            <a:srgbClr val="F96532"/>
          </a:solidFill>
          <a:ln/>
        </p:spPr>
        <p:txBody>
          <a:bodyPr/>
          <a:lstStyle/>
          <a:p>
            <a:endParaRPr lang="en-GB"/>
          </a:p>
        </p:txBody>
      </p:sp>
      <p:sp>
        <p:nvSpPr>
          <p:cNvPr id="10" name="Text 8"/>
          <p:cNvSpPr/>
          <p:nvPr/>
        </p:nvSpPr>
        <p:spPr>
          <a:xfrm>
            <a:off x="5074920" y="1463040"/>
            <a:ext cx="3017520" cy="411480"/>
          </a:xfrm>
          <a:prstGeom prst="rect">
            <a:avLst/>
          </a:prstGeom>
          <a:noFill/>
          <a:ln/>
        </p:spPr>
        <p:txBody>
          <a:bodyPr wrap="square" lIns="0" tIns="0" rIns="0" bIns="0" rtlCol="0" anchor="ctr"/>
          <a:lstStyle/>
          <a:p>
            <a:pPr marL="0" indent="0">
              <a:buNone/>
            </a:pPr>
            <a:r>
              <a:rPr lang="en-US" sz="1800" b="1" dirty="0">
                <a:solidFill>
                  <a:srgbClr val="F96532"/>
                </a:solidFill>
                <a:latin typeface="Montserrat" pitchFamily="34" charset="0"/>
                <a:ea typeface="Montserrat" pitchFamily="34" charset="-122"/>
                <a:cs typeface="Montserrat" pitchFamily="34" charset="-120"/>
              </a:rPr>
              <a:t>AI is not for</a:t>
            </a:r>
            <a:endParaRPr lang="en-US" sz="1800" dirty="0"/>
          </a:p>
        </p:txBody>
      </p:sp>
      <p:sp>
        <p:nvSpPr>
          <p:cNvPr id="11" name="Text 9"/>
          <p:cNvSpPr/>
          <p:nvPr/>
        </p:nvSpPr>
        <p:spPr>
          <a:xfrm>
            <a:off x="5074920" y="1920240"/>
            <a:ext cx="3017520" cy="2103120"/>
          </a:xfrm>
          <a:prstGeom prst="rect">
            <a:avLst/>
          </a:prstGeom>
          <a:noFill/>
          <a:ln/>
        </p:spPr>
        <p:txBody>
          <a:bodyPr wrap="square" lIns="0" tIns="0" rIns="0" bIns="0" rtlCol="0" anchor="ctr"/>
          <a:lstStyle/>
          <a:p>
            <a:pPr marL="0" indent="0">
              <a:buNone/>
            </a:pPr>
            <a:r>
              <a:rPr lang="en-US" sz="1300" dirty="0">
                <a:solidFill>
                  <a:srgbClr val="E5E7EB"/>
                </a:solidFill>
                <a:latin typeface="Open Sans" pitchFamily="34" charset="0"/>
                <a:ea typeface="Open Sans" pitchFamily="34" charset="-122"/>
                <a:cs typeface="Open Sans" pitchFamily="34" charset="-120"/>
              </a:rPr>
              <a:t>Deciding which clause applies to your situation.</a:t>
            </a:r>
          </a:p>
          <a:p>
            <a:pPr marL="0" indent="0">
              <a:buNone/>
            </a:pPr>
            <a:endParaRPr lang="en-US" sz="1000" dirty="0"/>
          </a:p>
          <a:p>
            <a:pPr marL="0" indent="0">
              <a:buNone/>
            </a:pPr>
            <a:r>
              <a:rPr lang="en-US" sz="1300" dirty="0">
                <a:solidFill>
                  <a:srgbClr val="E5E7EB"/>
                </a:solidFill>
                <a:latin typeface="Open Sans" pitchFamily="34" charset="0"/>
                <a:ea typeface="Open Sans" pitchFamily="34" charset="-122"/>
                <a:cs typeface="Open Sans" pitchFamily="34" charset="-120"/>
              </a:rPr>
              <a:t>Deciding whether a derogation is acceptable.</a:t>
            </a:r>
          </a:p>
          <a:p>
            <a:pPr marL="0" indent="0">
              <a:buNone/>
            </a:pPr>
            <a:endParaRPr lang="en-US" sz="1000" dirty="0"/>
          </a:p>
          <a:p>
            <a:pPr marL="0" indent="0">
              <a:buNone/>
            </a:pPr>
            <a:r>
              <a:rPr lang="en-US" sz="1300" dirty="0">
                <a:solidFill>
                  <a:srgbClr val="E5E7EB"/>
                </a:solidFill>
                <a:latin typeface="Open Sans" pitchFamily="34" charset="0"/>
                <a:ea typeface="Open Sans" pitchFamily="34" charset="-122"/>
                <a:cs typeface="Open Sans" pitchFamily="34" charset="-120"/>
              </a:rPr>
              <a:t>Owning the engineering accountability for the answer.</a:t>
            </a:r>
            <a:endParaRPr lang="en-US" sz="1300" dirty="0"/>
          </a:p>
        </p:txBody>
      </p:sp>
      <p:sp>
        <p:nvSpPr>
          <p:cNvPr id="12" name="Text 10"/>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13" name="Image 0" descr="preencoded.png"/>
          <p:cNvPicPr>
            <a:picLocks noChangeAspect="1"/>
          </p:cNvPicPr>
          <p:nvPr/>
        </p:nvPicPr>
        <p:blipFill>
          <a:blip r:embed="rId2"/>
          <a:stretch>
            <a:fillRect/>
          </a:stretch>
        </p:blipFill>
        <p:spPr>
          <a:xfrm>
            <a:off x="8321040" y="4526280"/>
            <a:ext cx="411480" cy="411480"/>
          </a:xfrm>
          <a:prstGeom prst="rect">
            <a:avLst/>
          </a:prstGeom>
        </p:spPr>
      </p:pic>
      <p:sp>
        <p:nvSpPr>
          <p:cNvPr id="14" name="Shape 11"/>
          <p:cNvSpPr/>
          <p:nvPr/>
        </p:nvSpPr>
        <p:spPr>
          <a:xfrm>
            <a:off x="0" y="5106924"/>
            <a:ext cx="9144000" cy="36576"/>
          </a:xfrm>
          <a:prstGeom prst="rect">
            <a:avLst/>
          </a:prstGeom>
          <a:solidFill>
            <a:srgbClr val="F96532"/>
          </a:solidFill>
          <a:ln/>
        </p:spPr>
        <p:txBody>
          <a:bodyPr/>
          <a:lstStyle/>
          <a:p>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Mind the gap.</a:t>
            </a:r>
            <a:endParaRPr lang="en-US" sz="2800" dirty="0"/>
          </a:p>
        </p:txBody>
      </p:sp>
      <p:sp>
        <p:nvSpPr>
          <p:cNvPr id="4" name="Shape 2"/>
          <p:cNvSpPr/>
          <p:nvPr/>
        </p:nvSpPr>
        <p:spPr>
          <a:xfrm>
            <a:off x="183944" y="1188720"/>
            <a:ext cx="7680960"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5" name="Text 3"/>
          <p:cNvSpPr/>
          <p:nvPr/>
        </p:nvSpPr>
        <p:spPr>
          <a:xfrm>
            <a:off x="417860" y="1417320"/>
            <a:ext cx="3691624" cy="283464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rgbClr val="E5E7EB"/>
                </a:solidFill>
                <a:latin typeface="Open Sans" pitchFamily="34" charset="0"/>
                <a:ea typeface="Open Sans" pitchFamily="34" charset="-122"/>
                <a:cs typeface="Open Sans" pitchFamily="34" charset="-120"/>
              </a:rPr>
              <a:t>Anthropic’s data on AI capability vs. observed adoption, by occupation.</a:t>
            </a:r>
            <a:endParaRPr lang="en-US" sz="1500" dirty="0"/>
          </a:p>
          <a:p>
            <a:pPr marL="0" indent="0">
              <a:spcAft>
                <a:spcPts val="400"/>
              </a:spcAft>
              <a:buNone/>
            </a:pPr>
            <a:endParaRPr lang="en-US" sz="1500" dirty="0"/>
          </a:p>
          <a:p>
            <a:pPr marL="342900" indent="-342900">
              <a:spcAft>
                <a:spcPts val="400"/>
              </a:spcAft>
              <a:buSzPct val="100000"/>
              <a:buChar char="•"/>
            </a:pPr>
            <a:r>
              <a:rPr lang="en-US" sz="1500" dirty="0">
                <a:solidFill>
                  <a:srgbClr val="E5E7EB"/>
                </a:solidFill>
                <a:latin typeface="Open Sans" pitchFamily="34" charset="0"/>
                <a:ea typeface="Open Sans" pitchFamily="34" charset="-122"/>
                <a:cs typeface="Open Sans" pitchFamily="34" charset="-120"/>
              </a:rPr>
              <a:t>Architecture &amp; Engineering: high theoretical coverage, low actual usage. The gap is one of the largest on the chart.</a:t>
            </a:r>
            <a:endParaRPr lang="en-US" sz="1500" dirty="0"/>
          </a:p>
          <a:p>
            <a:pPr marL="0" indent="0">
              <a:spcAft>
                <a:spcPts val="400"/>
              </a:spcAft>
              <a:buNone/>
            </a:pPr>
            <a:endParaRPr lang="en-US" sz="1500" dirty="0"/>
          </a:p>
          <a:p>
            <a:pPr>
              <a:spcAft>
                <a:spcPts val="400"/>
              </a:spcAft>
              <a:buSzPct val="100000"/>
            </a:pPr>
            <a:r>
              <a:rPr lang="en-US" sz="1000" dirty="0">
                <a:solidFill>
                  <a:srgbClr val="E5E7EB"/>
                </a:solidFill>
                <a:latin typeface="Open Sans" pitchFamily="34" charset="0"/>
                <a:ea typeface="Open Sans" pitchFamily="34" charset="-122"/>
                <a:cs typeface="Open Sans" pitchFamily="34" charset="-120"/>
              </a:rPr>
              <a:t>Source: Anthropic Economic Index (anthropic.com/research/labor-market-impacts).</a:t>
            </a:r>
            <a:endParaRPr lang="en-US" sz="1000" dirty="0"/>
          </a:p>
        </p:txBody>
      </p:sp>
      <p:sp>
        <p:nvSpPr>
          <p:cNvPr id="6" name="Text 4"/>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7" name="Image 0" descr="preencoded.png"/>
          <p:cNvPicPr>
            <a:picLocks noChangeAspect="1"/>
          </p:cNvPicPr>
          <p:nvPr/>
        </p:nvPicPr>
        <p:blipFill>
          <a:blip r:embed="rId2"/>
          <a:stretch>
            <a:fillRect/>
          </a:stretch>
        </p:blipFill>
        <p:spPr>
          <a:xfrm>
            <a:off x="8321040" y="4526280"/>
            <a:ext cx="411480" cy="411480"/>
          </a:xfrm>
          <a:prstGeom prst="rect">
            <a:avLst/>
          </a:prstGeom>
        </p:spPr>
      </p:pic>
      <p:sp>
        <p:nvSpPr>
          <p:cNvPr id="8" name="Shape 5"/>
          <p:cNvSpPr/>
          <p:nvPr/>
        </p:nvSpPr>
        <p:spPr>
          <a:xfrm>
            <a:off x="0" y="5106924"/>
            <a:ext cx="9144000" cy="36576"/>
          </a:xfrm>
          <a:prstGeom prst="rect">
            <a:avLst/>
          </a:prstGeom>
          <a:solidFill>
            <a:srgbClr val="F96532"/>
          </a:solidFill>
          <a:ln/>
        </p:spPr>
        <p:txBody>
          <a:bodyPr/>
          <a:lstStyle/>
          <a:p>
            <a:endParaRPr lang="en-GB"/>
          </a:p>
        </p:txBody>
      </p:sp>
      <p:pic>
        <p:nvPicPr>
          <p:cNvPr id="9" name="Anthropic Chart"/>
          <p:cNvPicPr>
            <a:picLocks noChangeAspect="1"/>
          </p:cNvPicPr>
          <p:nvPr/>
        </p:nvPicPr>
        <p:blipFill>
          <a:blip r:embed="rId3"/>
          <a:stretch>
            <a:fillRect/>
          </a:stretch>
        </p:blipFill>
        <p:spPr>
          <a:xfrm>
            <a:off x="4231758" y="150757"/>
            <a:ext cx="4787003" cy="47870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BA64FC62-A7C7-145D-08B4-C742C63C91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046FE89-2B2F-DE36-1B8B-05091E5C69F9}"/>
              </a:ext>
            </a:extLst>
          </p:cNvPr>
          <p:cNvSpPr/>
          <p:nvPr/>
        </p:nvSpPr>
        <p:spPr>
          <a:xfrm>
            <a:off x="0" y="0"/>
            <a:ext cx="9144000" cy="36576"/>
          </a:xfrm>
          <a:prstGeom prst="rect">
            <a:avLst/>
          </a:prstGeom>
          <a:solidFill>
            <a:srgbClr val="F96532"/>
          </a:solidFill>
          <a:ln/>
        </p:spPr>
        <p:txBody>
          <a:bodyPr/>
          <a:lstStyle/>
          <a:p>
            <a:endParaRPr lang="en-GB"/>
          </a:p>
        </p:txBody>
      </p:sp>
      <p:sp>
        <p:nvSpPr>
          <p:cNvPr id="3" name="Text 1">
            <a:extLst>
              <a:ext uri="{FF2B5EF4-FFF2-40B4-BE49-F238E27FC236}">
                <a16:creationId xmlns:a16="http://schemas.microsoft.com/office/drawing/2014/main" id="{FD9963C3-BF8C-15FB-EFC8-23E4F7E1ACC5}"/>
              </a:ext>
            </a:extLst>
          </p:cNvPr>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GBRX AI Action Plan, April 2026</a:t>
            </a:r>
            <a:endParaRPr lang="en-US" sz="2800" dirty="0"/>
          </a:p>
        </p:txBody>
      </p:sp>
      <p:sp>
        <p:nvSpPr>
          <p:cNvPr id="4" name="Shape 2">
            <a:extLst>
              <a:ext uri="{FF2B5EF4-FFF2-40B4-BE49-F238E27FC236}">
                <a16:creationId xmlns:a16="http://schemas.microsoft.com/office/drawing/2014/main" id="{2AF2C001-F567-ED92-0D91-786F06AAD862}"/>
              </a:ext>
            </a:extLst>
          </p:cNvPr>
          <p:cNvSpPr/>
          <p:nvPr/>
        </p:nvSpPr>
        <p:spPr>
          <a:xfrm>
            <a:off x="731520" y="1188720"/>
            <a:ext cx="7680960"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5" name="Text 3">
            <a:extLst>
              <a:ext uri="{FF2B5EF4-FFF2-40B4-BE49-F238E27FC236}">
                <a16:creationId xmlns:a16="http://schemas.microsoft.com/office/drawing/2014/main" id="{EA407AAB-4ED5-D4AA-80C6-7347CBAAA039}"/>
              </a:ext>
            </a:extLst>
          </p:cNvPr>
          <p:cNvSpPr/>
          <p:nvPr/>
        </p:nvSpPr>
        <p:spPr>
          <a:xfrm>
            <a:off x="731520" y="1417320"/>
            <a:ext cx="4114800" cy="2834640"/>
          </a:xfrm>
          <a:prstGeom prst="rect">
            <a:avLst/>
          </a:prstGeom>
          <a:noFill/>
          <a:ln/>
        </p:spPr>
        <p:txBody>
          <a:bodyPr wrap="square" lIns="0" tIns="0" rIns="0" bIns="0" rtlCol="0" anchor="ctr"/>
          <a:lstStyle/>
          <a:p>
            <a:pPr marL="342900" indent="-342900">
              <a:spcAft>
                <a:spcPts val="400"/>
              </a:spcAft>
              <a:buSzPct val="100000"/>
              <a:buChar char="•"/>
            </a:pPr>
            <a:r>
              <a:rPr lang="en-US" sz="1500" dirty="0">
                <a:solidFill>
                  <a:srgbClr val="E5E7EB"/>
                </a:solidFill>
                <a:latin typeface="Open Sans" pitchFamily="34" charset="0"/>
                <a:ea typeface="Open Sans" pitchFamily="34" charset="-122"/>
                <a:cs typeface="Open Sans" pitchFamily="34" charset="-120"/>
              </a:rPr>
              <a:t>(anthropic.com/research/labor-market-impacts).</a:t>
            </a:r>
            <a:endParaRPr lang="en-US" sz="1500" dirty="0"/>
          </a:p>
        </p:txBody>
      </p:sp>
      <p:sp>
        <p:nvSpPr>
          <p:cNvPr id="6" name="Text 4">
            <a:extLst>
              <a:ext uri="{FF2B5EF4-FFF2-40B4-BE49-F238E27FC236}">
                <a16:creationId xmlns:a16="http://schemas.microsoft.com/office/drawing/2014/main" id="{BBC4E89B-AA64-59BE-508E-29DDAEB12999}"/>
              </a:ext>
            </a:extLst>
          </p:cNvPr>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7" name="Image 0" descr="preencoded.png">
            <a:extLst>
              <a:ext uri="{FF2B5EF4-FFF2-40B4-BE49-F238E27FC236}">
                <a16:creationId xmlns:a16="http://schemas.microsoft.com/office/drawing/2014/main" id="{7A1D1599-59A2-2960-29BA-90ADD95B8B67}"/>
              </a:ext>
            </a:extLst>
          </p:cNvPr>
          <p:cNvPicPr>
            <a:picLocks noChangeAspect="1"/>
          </p:cNvPicPr>
          <p:nvPr/>
        </p:nvPicPr>
        <p:blipFill>
          <a:blip r:embed="rId2"/>
          <a:stretch>
            <a:fillRect/>
          </a:stretch>
        </p:blipFill>
        <p:spPr>
          <a:xfrm>
            <a:off x="8321040" y="4526280"/>
            <a:ext cx="411480" cy="411480"/>
          </a:xfrm>
          <a:prstGeom prst="rect">
            <a:avLst/>
          </a:prstGeom>
        </p:spPr>
      </p:pic>
      <p:sp>
        <p:nvSpPr>
          <p:cNvPr id="8" name="Shape 5">
            <a:extLst>
              <a:ext uri="{FF2B5EF4-FFF2-40B4-BE49-F238E27FC236}">
                <a16:creationId xmlns:a16="http://schemas.microsoft.com/office/drawing/2014/main" id="{03D30B02-A2A2-B9F0-31A9-C06AA73A65AA}"/>
              </a:ext>
            </a:extLst>
          </p:cNvPr>
          <p:cNvSpPr/>
          <p:nvPr/>
        </p:nvSpPr>
        <p:spPr>
          <a:xfrm>
            <a:off x="0" y="5106924"/>
            <a:ext cx="9144000" cy="36576"/>
          </a:xfrm>
          <a:prstGeom prst="rect">
            <a:avLst/>
          </a:prstGeom>
          <a:solidFill>
            <a:srgbClr val="F96532"/>
          </a:solidFill>
          <a:ln/>
        </p:spPr>
        <p:txBody>
          <a:bodyPr/>
          <a:lstStyle/>
          <a:p>
            <a:endParaRPr lang="en-GB"/>
          </a:p>
        </p:txBody>
      </p:sp>
      <p:pic>
        <p:nvPicPr>
          <p:cNvPr id="11" name="Picture 10">
            <a:extLst>
              <a:ext uri="{FF2B5EF4-FFF2-40B4-BE49-F238E27FC236}">
                <a16:creationId xmlns:a16="http://schemas.microsoft.com/office/drawing/2014/main" id="{793BF9C6-EF8A-31D3-94FC-40D8F9512B3D}"/>
              </a:ext>
            </a:extLst>
          </p:cNvPr>
          <p:cNvPicPr>
            <a:picLocks noChangeAspect="1"/>
          </p:cNvPicPr>
          <p:nvPr/>
        </p:nvPicPr>
        <p:blipFill>
          <a:blip r:embed="rId3"/>
          <a:stretch>
            <a:fillRect/>
          </a:stretch>
        </p:blipFill>
        <p:spPr>
          <a:xfrm>
            <a:off x="731519" y="1188720"/>
            <a:ext cx="4696401" cy="3307680"/>
          </a:xfrm>
          <a:prstGeom prst="rect">
            <a:avLst/>
          </a:prstGeom>
        </p:spPr>
      </p:pic>
      <p:sp>
        <p:nvSpPr>
          <p:cNvPr id="13" name="Text 3">
            <a:extLst>
              <a:ext uri="{FF2B5EF4-FFF2-40B4-BE49-F238E27FC236}">
                <a16:creationId xmlns:a16="http://schemas.microsoft.com/office/drawing/2014/main" id="{BB2883AA-0239-6AF2-5A8A-41A4EA6986A7}"/>
              </a:ext>
            </a:extLst>
          </p:cNvPr>
          <p:cNvSpPr/>
          <p:nvPr/>
        </p:nvSpPr>
        <p:spPr>
          <a:xfrm>
            <a:off x="5555512" y="1188720"/>
            <a:ext cx="2652823" cy="3291840"/>
          </a:xfrm>
          <a:prstGeom prst="rect">
            <a:avLst/>
          </a:prstGeom>
          <a:noFill/>
          <a:ln/>
        </p:spPr>
        <p:txBody>
          <a:bodyPr wrap="square" lIns="0" tIns="0" rIns="0" bIns="0" rtlCol="0" anchor="ctr"/>
          <a:lstStyle/>
          <a:p>
            <a:pPr>
              <a:spcAft>
                <a:spcPts val="400"/>
              </a:spcAft>
            </a:pPr>
            <a:r>
              <a:rPr lang="en-GB" sz="1400" dirty="0">
                <a:solidFill>
                  <a:schemeClr val="bg1"/>
                </a:solidFill>
              </a:rPr>
              <a:t>“..AI creates opportunities to improve tasks and workflows in ways that are beneficial for people.</a:t>
            </a:r>
          </a:p>
          <a:p>
            <a:pPr>
              <a:spcAft>
                <a:spcPts val="400"/>
              </a:spcAft>
            </a:pPr>
            <a:r>
              <a:rPr lang="en-GB" sz="1400" dirty="0">
                <a:solidFill>
                  <a:schemeClr val="bg1"/>
                </a:solidFill>
              </a:rPr>
              <a:t>Human centred tools can reduce manual and repetitive tasks, support or automate activities that add limited value, freeing people to apply their judgement and experience on those activities that matter most. </a:t>
            </a:r>
          </a:p>
          <a:p>
            <a:pPr>
              <a:spcAft>
                <a:spcPts val="400"/>
              </a:spcAft>
            </a:pPr>
            <a:r>
              <a:rPr lang="en-GB" sz="1400" dirty="0">
                <a:solidFill>
                  <a:schemeClr val="bg1"/>
                </a:solidFill>
              </a:rPr>
              <a:t>Used appropriately, AI should make day-to-day work better, safer and less administratively burdensome..”</a:t>
            </a:r>
            <a:endParaRPr lang="en-US" sz="1100" dirty="0">
              <a:solidFill>
                <a:schemeClr val="bg1"/>
              </a:solidFill>
            </a:endParaRPr>
          </a:p>
          <a:p>
            <a:pPr>
              <a:spcAft>
                <a:spcPts val="400"/>
              </a:spcAft>
              <a:buSzPct val="100000"/>
            </a:pPr>
            <a:r>
              <a:rPr lang="en-US" sz="800" dirty="0">
                <a:solidFill>
                  <a:srgbClr val="E5E7EB"/>
                </a:solidFill>
                <a:latin typeface="Open Sans" pitchFamily="34" charset="0"/>
                <a:ea typeface="Open Sans" pitchFamily="34" charset="-122"/>
                <a:cs typeface="Open Sans" pitchFamily="34" charset="-120"/>
              </a:rPr>
              <a:t>Source: https://gbrx.co.uk/</a:t>
            </a:r>
            <a:endParaRPr lang="en-US" sz="800" dirty="0"/>
          </a:p>
        </p:txBody>
      </p:sp>
    </p:spTree>
    <p:extLst>
      <p:ext uri="{BB962C8B-B14F-4D97-AF65-F5344CB8AC3E}">
        <p14:creationId xmlns:p14="http://schemas.microsoft.com/office/powerpoint/2010/main" val="4251975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320040"/>
            <a:ext cx="7315200" cy="548640"/>
          </a:xfrm>
          <a:prstGeom prst="rect">
            <a:avLst/>
          </a:prstGeom>
          <a:noFill/>
          <a:ln/>
        </p:spPr>
        <p:txBody>
          <a:bodyPr wrap="square" lIns="0" tIns="0" rIns="0" bIns="0" rtlCol="0" anchor="ctr"/>
          <a:lstStyle/>
          <a:p>
            <a:pPr marL="0" indent="0">
              <a:buNone/>
            </a:pPr>
            <a:r>
              <a:rPr lang="en-US" sz="2800" b="1" dirty="0">
                <a:solidFill>
                  <a:srgbClr val="FFFFFF"/>
                </a:solidFill>
                <a:latin typeface="Montserrat" pitchFamily="34" charset="0"/>
                <a:ea typeface="Montserrat" pitchFamily="34" charset="-122"/>
                <a:cs typeface="Montserrat" pitchFamily="34" charset="-120"/>
              </a:rPr>
              <a:t>What we’re building</a:t>
            </a:r>
            <a:endParaRPr lang="en-US" sz="2800" dirty="0"/>
          </a:p>
        </p:txBody>
      </p:sp>
      <p:sp>
        <p:nvSpPr>
          <p:cNvPr id="4" name="Shape 2"/>
          <p:cNvSpPr/>
          <p:nvPr/>
        </p:nvSpPr>
        <p:spPr>
          <a:xfrm>
            <a:off x="731520" y="1188720"/>
            <a:ext cx="2496312"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5" name="Shape 3"/>
          <p:cNvSpPr/>
          <p:nvPr/>
        </p:nvSpPr>
        <p:spPr>
          <a:xfrm>
            <a:off x="731520" y="1188720"/>
            <a:ext cx="2496312" cy="45720"/>
          </a:xfrm>
          <a:prstGeom prst="rect">
            <a:avLst/>
          </a:prstGeom>
          <a:solidFill>
            <a:srgbClr val="F96532"/>
          </a:solidFill>
          <a:ln/>
        </p:spPr>
        <p:txBody>
          <a:bodyPr/>
          <a:lstStyle/>
          <a:p>
            <a:endParaRPr lang="en-GB"/>
          </a:p>
        </p:txBody>
      </p:sp>
      <p:sp>
        <p:nvSpPr>
          <p:cNvPr id="6" name="Shape 4"/>
          <p:cNvSpPr/>
          <p:nvPr/>
        </p:nvSpPr>
        <p:spPr>
          <a:xfrm>
            <a:off x="1728216" y="1463040"/>
            <a:ext cx="502920" cy="502920"/>
          </a:xfrm>
          <a:prstGeom prst="ellipse">
            <a:avLst/>
          </a:prstGeom>
          <a:solidFill>
            <a:srgbClr val="F96532"/>
          </a:solidFill>
          <a:ln/>
        </p:spPr>
        <p:txBody>
          <a:bodyPr/>
          <a:lstStyle/>
          <a:p>
            <a:endParaRPr lang="en-GB"/>
          </a:p>
        </p:txBody>
      </p:sp>
      <p:sp>
        <p:nvSpPr>
          <p:cNvPr id="7" name="Text 5"/>
          <p:cNvSpPr/>
          <p:nvPr/>
        </p:nvSpPr>
        <p:spPr>
          <a:xfrm>
            <a:off x="1728216" y="14630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01</a:t>
            </a:r>
            <a:endParaRPr lang="en-US" sz="1600" dirty="0"/>
          </a:p>
        </p:txBody>
      </p:sp>
      <p:sp>
        <p:nvSpPr>
          <p:cNvPr id="8" name="Text 6"/>
          <p:cNvSpPr/>
          <p:nvPr/>
        </p:nvSpPr>
        <p:spPr>
          <a:xfrm>
            <a:off x="960120" y="2148840"/>
            <a:ext cx="2039112"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For Contractor/Consultancy</a:t>
            </a:r>
            <a:endParaRPr lang="en-US" sz="1600" dirty="0"/>
          </a:p>
        </p:txBody>
      </p:sp>
      <p:sp>
        <p:nvSpPr>
          <p:cNvPr id="9" name="Text 7"/>
          <p:cNvSpPr/>
          <p:nvPr/>
        </p:nvSpPr>
        <p:spPr>
          <a:xfrm>
            <a:off x="960120" y="2606040"/>
            <a:ext cx="2039112" cy="1554480"/>
          </a:xfrm>
          <a:prstGeom prst="rect">
            <a:avLst/>
          </a:prstGeom>
          <a:noFill/>
          <a:ln/>
        </p:spPr>
        <p:txBody>
          <a:bodyPr wrap="square" lIns="0" tIns="0" rIns="0" bIns="0" rtlCol="0" anchor="ctr"/>
          <a:lstStyle/>
          <a:p>
            <a:pPr marL="171450" indent="-171450" algn="ctr">
              <a:buFont typeface="Arial" panose="020B0604020202020204" pitchFamily="34" charset="0"/>
              <a:buChar char="•"/>
            </a:pPr>
            <a:r>
              <a:rPr lang="en-US" sz="1200" dirty="0" err="1">
                <a:solidFill>
                  <a:srgbClr val="9CA3AF"/>
                </a:solidFill>
                <a:latin typeface="Open Sans" pitchFamily="34" charset="0"/>
                <a:ea typeface="Open Sans" pitchFamily="34" charset="-122"/>
                <a:cs typeface="Open Sans" pitchFamily="34" charset="-120"/>
              </a:rPr>
              <a:t>Scribtive</a:t>
            </a:r>
            <a:endParaRPr lang="en-US" sz="1200" dirty="0">
              <a:solidFill>
                <a:srgbClr val="9CA3AF"/>
              </a:solidFill>
              <a:latin typeface="Open Sans" pitchFamily="34" charset="0"/>
              <a:ea typeface="Open Sans" pitchFamily="34" charset="-122"/>
              <a:cs typeface="Open Sans" pitchFamily="34" charset="-120"/>
            </a:endParaRPr>
          </a:p>
          <a:p>
            <a:pPr marL="171450" indent="-171450" algn="ctr">
              <a:buFont typeface="Arial" panose="020B0604020202020204" pitchFamily="34" charset="0"/>
              <a:buChar char="•"/>
            </a:pPr>
            <a:r>
              <a:rPr lang="en-US" sz="1200" dirty="0" err="1">
                <a:solidFill>
                  <a:srgbClr val="9CA3AF"/>
                </a:solidFill>
                <a:latin typeface="Open Sans" pitchFamily="34" charset="0"/>
                <a:ea typeface="Open Sans" pitchFamily="34" charset="-122"/>
                <a:cs typeface="Open Sans" pitchFamily="34" charset="-120"/>
              </a:rPr>
              <a:t>InstaTrace</a:t>
            </a:r>
            <a:endParaRPr lang="en-US" sz="1200" dirty="0">
              <a:solidFill>
                <a:srgbClr val="9CA3AF"/>
              </a:solidFill>
              <a:latin typeface="Open Sans" pitchFamily="34" charset="0"/>
              <a:ea typeface="Open Sans" pitchFamily="34" charset="-122"/>
              <a:cs typeface="Open Sans" pitchFamily="34" charset="-120"/>
            </a:endParaRPr>
          </a:p>
          <a:p>
            <a:pPr marL="171450" indent="-171450" algn="ctr">
              <a:buFont typeface="Arial" panose="020B0604020202020204" pitchFamily="34" charset="0"/>
              <a:buChar char="•"/>
            </a:pPr>
            <a:r>
              <a:rPr lang="en-US" sz="1200" dirty="0" err="1">
                <a:solidFill>
                  <a:srgbClr val="9CA3AF"/>
                </a:solidFill>
                <a:latin typeface="Open Sans" pitchFamily="34" charset="0"/>
                <a:ea typeface="Open Sans" pitchFamily="34" charset="-122"/>
                <a:cs typeface="Open Sans" pitchFamily="34" charset="-120"/>
              </a:rPr>
              <a:t>InstaDoc</a:t>
            </a:r>
            <a:endParaRPr lang="en-US" sz="1200" dirty="0">
              <a:solidFill>
                <a:srgbClr val="9CA3AF"/>
              </a:solidFill>
              <a:latin typeface="Open Sans" pitchFamily="34" charset="0"/>
              <a:ea typeface="Open Sans" pitchFamily="34" charset="-122"/>
              <a:cs typeface="Open Sans" pitchFamily="34" charset="-120"/>
            </a:endParaRPr>
          </a:p>
        </p:txBody>
      </p:sp>
      <p:sp>
        <p:nvSpPr>
          <p:cNvPr id="10" name="Shape 8"/>
          <p:cNvSpPr/>
          <p:nvPr/>
        </p:nvSpPr>
        <p:spPr>
          <a:xfrm>
            <a:off x="3538728" y="1188720"/>
            <a:ext cx="2496312"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11" name="Shape 9"/>
          <p:cNvSpPr/>
          <p:nvPr/>
        </p:nvSpPr>
        <p:spPr>
          <a:xfrm>
            <a:off x="3538728" y="1188720"/>
            <a:ext cx="2496312" cy="45720"/>
          </a:xfrm>
          <a:prstGeom prst="rect">
            <a:avLst/>
          </a:prstGeom>
          <a:solidFill>
            <a:srgbClr val="F96532"/>
          </a:solidFill>
          <a:ln/>
        </p:spPr>
        <p:txBody>
          <a:bodyPr/>
          <a:lstStyle/>
          <a:p>
            <a:endParaRPr lang="en-GB"/>
          </a:p>
        </p:txBody>
      </p:sp>
      <p:sp>
        <p:nvSpPr>
          <p:cNvPr id="12" name="Shape 10"/>
          <p:cNvSpPr/>
          <p:nvPr/>
        </p:nvSpPr>
        <p:spPr>
          <a:xfrm>
            <a:off x="4535424" y="1463040"/>
            <a:ext cx="502920" cy="502920"/>
          </a:xfrm>
          <a:prstGeom prst="ellipse">
            <a:avLst/>
          </a:prstGeom>
          <a:solidFill>
            <a:srgbClr val="F96532"/>
          </a:solidFill>
          <a:ln/>
        </p:spPr>
        <p:txBody>
          <a:bodyPr/>
          <a:lstStyle/>
          <a:p>
            <a:endParaRPr lang="en-GB"/>
          </a:p>
        </p:txBody>
      </p:sp>
      <p:sp>
        <p:nvSpPr>
          <p:cNvPr id="13" name="Text 11"/>
          <p:cNvSpPr/>
          <p:nvPr/>
        </p:nvSpPr>
        <p:spPr>
          <a:xfrm>
            <a:off x="4535424" y="14630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02</a:t>
            </a:r>
            <a:endParaRPr lang="en-US" sz="1600" dirty="0"/>
          </a:p>
        </p:txBody>
      </p:sp>
      <p:sp>
        <p:nvSpPr>
          <p:cNvPr id="14" name="Text 12"/>
          <p:cNvSpPr/>
          <p:nvPr/>
        </p:nvSpPr>
        <p:spPr>
          <a:xfrm>
            <a:off x="3767328" y="2148840"/>
            <a:ext cx="2039112"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For NR</a:t>
            </a:r>
          </a:p>
        </p:txBody>
      </p:sp>
      <p:sp>
        <p:nvSpPr>
          <p:cNvPr id="15" name="Text 13"/>
          <p:cNvSpPr/>
          <p:nvPr/>
        </p:nvSpPr>
        <p:spPr>
          <a:xfrm>
            <a:off x="3767328" y="2606040"/>
            <a:ext cx="2039112" cy="1554480"/>
          </a:xfrm>
          <a:prstGeom prst="rect">
            <a:avLst/>
          </a:prstGeom>
          <a:noFill/>
          <a:ln/>
        </p:spPr>
        <p:txBody>
          <a:bodyPr wrap="square" lIns="0" tIns="0" rIns="0" bIns="0" rtlCol="0" anchor="ctr"/>
          <a:lstStyle/>
          <a:p>
            <a:pPr marL="171450" indent="-171450" algn="ctr">
              <a:buFont typeface="Arial" panose="020B0604020202020204" pitchFamily="34" charset="0"/>
              <a:buChar char="•"/>
            </a:pPr>
            <a:r>
              <a:rPr lang="en-US" sz="1200" dirty="0">
                <a:solidFill>
                  <a:srgbClr val="9CA3AF"/>
                </a:solidFill>
                <a:latin typeface="Open Sans" pitchFamily="34" charset="0"/>
                <a:ea typeface="Open Sans" pitchFamily="34" charset="-122"/>
                <a:cs typeface="Open Sans" pitchFamily="34" charset="-120"/>
              </a:rPr>
              <a:t>Requirement</a:t>
            </a:r>
          </a:p>
          <a:p>
            <a:pPr marL="171450" indent="-171450" algn="ctr">
              <a:buFont typeface="Arial" panose="020B0604020202020204" pitchFamily="34" charset="0"/>
              <a:buChar char="•"/>
            </a:pPr>
            <a:r>
              <a:rPr lang="en-US" sz="1200" dirty="0">
                <a:solidFill>
                  <a:srgbClr val="9CA3AF"/>
                </a:solidFill>
                <a:latin typeface="Open Sans" pitchFamily="34" charset="0"/>
                <a:ea typeface="Open Sans" pitchFamily="34" charset="-122"/>
                <a:cs typeface="Open Sans" pitchFamily="34" charset="-120"/>
              </a:rPr>
              <a:t>Assurance</a:t>
            </a:r>
          </a:p>
          <a:p>
            <a:pPr marL="171450" indent="-171450" algn="ctr">
              <a:buFont typeface="Arial" panose="020B0604020202020204" pitchFamily="34" charset="0"/>
              <a:buChar char="•"/>
            </a:pPr>
            <a:r>
              <a:rPr lang="en-US" sz="1200" dirty="0">
                <a:solidFill>
                  <a:srgbClr val="9CA3AF"/>
                </a:solidFill>
                <a:latin typeface="Open Sans" pitchFamily="34" charset="0"/>
                <a:ea typeface="Open Sans" pitchFamily="34" charset="-122"/>
                <a:cs typeface="Open Sans" pitchFamily="34" charset="-120"/>
              </a:rPr>
              <a:t>Document Drafting</a:t>
            </a:r>
          </a:p>
        </p:txBody>
      </p:sp>
      <p:sp>
        <p:nvSpPr>
          <p:cNvPr id="16" name="Shape 14"/>
          <p:cNvSpPr/>
          <p:nvPr/>
        </p:nvSpPr>
        <p:spPr>
          <a:xfrm>
            <a:off x="6345936" y="1188720"/>
            <a:ext cx="2496312" cy="3291840"/>
          </a:xfrm>
          <a:prstGeom prst="rect">
            <a:avLst/>
          </a:prstGeom>
          <a:solidFill>
            <a:srgbClr val="161B22"/>
          </a:solidFill>
          <a:ln/>
          <a:effectLst>
            <a:outerShdw blurRad="101600" dist="38100" dir="8100000" algn="bl" rotWithShape="0">
              <a:srgbClr val="000000">
                <a:alpha val="18000"/>
              </a:srgbClr>
            </a:outerShdw>
          </a:effectLst>
        </p:spPr>
        <p:txBody>
          <a:bodyPr/>
          <a:lstStyle/>
          <a:p>
            <a:endParaRPr lang="en-GB"/>
          </a:p>
        </p:txBody>
      </p:sp>
      <p:sp>
        <p:nvSpPr>
          <p:cNvPr id="17" name="Shape 15"/>
          <p:cNvSpPr/>
          <p:nvPr/>
        </p:nvSpPr>
        <p:spPr>
          <a:xfrm>
            <a:off x="6345936" y="1188720"/>
            <a:ext cx="2496312" cy="45720"/>
          </a:xfrm>
          <a:prstGeom prst="rect">
            <a:avLst/>
          </a:prstGeom>
          <a:solidFill>
            <a:srgbClr val="F96532"/>
          </a:solidFill>
          <a:ln/>
        </p:spPr>
        <p:txBody>
          <a:bodyPr/>
          <a:lstStyle/>
          <a:p>
            <a:endParaRPr lang="en-GB"/>
          </a:p>
        </p:txBody>
      </p:sp>
      <p:sp>
        <p:nvSpPr>
          <p:cNvPr id="18" name="Shape 16"/>
          <p:cNvSpPr/>
          <p:nvPr/>
        </p:nvSpPr>
        <p:spPr>
          <a:xfrm>
            <a:off x="7342632" y="1463040"/>
            <a:ext cx="502920" cy="502920"/>
          </a:xfrm>
          <a:prstGeom prst="ellipse">
            <a:avLst/>
          </a:prstGeom>
          <a:solidFill>
            <a:srgbClr val="F96532"/>
          </a:solidFill>
          <a:ln/>
        </p:spPr>
        <p:txBody>
          <a:bodyPr/>
          <a:lstStyle/>
          <a:p>
            <a:endParaRPr lang="en-GB"/>
          </a:p>
        </p:txBody>
      </p:sp>
      <p:sp>
        <p:nvSpPr>
          <p:cNvPr id="19" name="Text 17"/>
          <p:cNvSpPr/>
          <p:nvPr/>
        </p:nvSpPr>
        <p:spPr>
          <a:xfrm>
            <a:off x="7342632" y="1463040"/>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03</a:t>
            </a:r>
            <a:endParaRPr lang="en-US" sz="1600" dirty="0"/>
          </a:p>
        </p:txBody>
      </p:sp>
      <p:sp>
        <p:nvSpPr>
          <p:cNvPr id="20" name="Text 18"/>
          <p:cNvSpPr/>
          <p:nvPr/>
        </p:nvSpPr>
        <p:spPr>
          <a:xfrm>
            <a:off x="6574536" y="2148840"/>
            <a:ext cx="2039112"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Montserrat" pitchFamily="34" charset="0"/>
                <a:ea typeface="Montserrat" pitchFamily="34" charset="-122"/>
                <a:cs typeface="Montserrat" pitchFamily="34" charset="-120"/>
              </a:rPr>
              <a:t>Company/Project Brain</a:t>
            </a:r>
            <a:endParaRPr lang="en-US" sz="1600" dirty="0"/>
          </a:p>
        </p:txBody>
      </p:sp>
      <p:sp>
        <p:nvSpPr>
          <p:cNvPr id="21" name="Text 19"/>
          <p:cNvSpPr/>
          <p:nvPr/>
        </p:nvSpPr>
        <p:spPr>
          <a:xfrm>
            <a:off x="6574536" y="2606040"/>
            <a:ext cx="2039112" cy="1554480"/>
          </a:xfrm>
          <a:prstGeom prst="rect">
            <a:avLst/>
          </a:prstGeom>
          <a:noFill/>
          <a:ln/>
        </p:spPr>
        <p:txBody>
          <a:bodyPr wrap="square" lIns="0" tIns="0" rIns="0" bIns="0" rtlCol="0" anchor="ctr"/>
          <a:lstStyle/>
          <a:p>
            <a:pPr marL="0" indent="0" algn="ctr">
              <a:buNone/>
            </a:pPr>
            <a:r>
              <a:rPr lang="en-US" sz="1200" dirty="0">
                <a:solidFill>
                  <a:srgbClr val="9CA3AF"/>
                </a:solidFill>
                <a:latin typeface="Open Sans" pitchFamily="34" charset="0"/>
                <a:ea typeface="Open Sans" pitchFamily="34" charset="-122"/>
                <a:cs typeface="Open Sans" pitchFamily="34" charset="-120"/>
              </a:rPr>
              <a:t>Enterprise-grade knowledge graph: your standards, your project/company memory. Searchable, traceable, integrated.</a:t>
            </a:r>
            <a:endParaRPr lang="en-US" sz="1200" dirty="0"/>
          </a:p>
        </p:txBody>
      </p:sp>
      <p:sp>
        <p:nvSpPr>
          <p:cNvPr id="22" name="Text 20"/>
          <p:cNvSpPr/>
          <p:nvPr/>
        </p:nvSpPr>
        <p:spPr>
          <a:xfrm>
            <a:off x="731520" y="4709160"/>
            <a:ext cx="2743200" cy="274320"/>
          </a:xfrm>
          <a:prstGeom prst="rect">
            <a:avLst/>
          </a:prstGeom>
          <a:noFill/>
          <a:ln/>
        </p:spPr>
        <p:txBody>
          <a:bodyPr wrap="square" lIns="0" tIns="0" rIns="0" bIns="0" rtlCol="0" anchor="ctr"/>
          <a:lstStyle/>
          <a:p>
            <a:pPr marL="0" indent="0">
              <a:buNone/>
            </a:pPr>
            <a:r>
              <a:rPr lang="en-US" sz="900" dirty="0">
                <a:solidFill>
                  <a:srgbClr val="4B5563"/>
                </a:solidFill>
                <a:latin typeface="Open Sans" pitchFamily="34" charset="0"/>
                <a:ea typeface="Open Sans" pitchFamily="34" charset="-122"/>
                <a:cs typeface="Open Sans" pitchFamily="34" charset="-120"/>
              </a:rPr>
              <a:t>automatex.uk</a:t>
            </a:r>
            <a:endParaRPr lang="en-US" sz="900" dirty="0"/>
          </a:p>
        </p:txBody>
      </p:sp>
      <p:pic>
        <p:nvPicPr>
          <p:cNvPr id="23" name="Image 0" descr="preencoded.png"/>
          <p:cNvPicPr>
            <a:picLocks noChangeAspect="1"/>
          </p:cNvPicPr>
          <p:nvPr/>
        </p:nvPicPr>
        <p:blipFill>
          <a:blip r:embed="rId2"/>
          <a:stretch>
            <a:fillRect/>
          </a:stretch>
        </p:blipFill>
        <p:spPr>
          <a:xfrm>
            <a:off x="8321040" y="4526280"/>
            <a:ext cx="411480" cy="411480"/>
          </a:xfrm>
          <a:prstGeom prst="rect">
            <a:avLst/>
          </a:prstGeom>
        </p:spPr>
      </p:pic>
      <p:sp>
        <p:nvSpPr>
          <p:cNvPr id="24" name="Shape 21"/>
          <p:cNvSpPr/>
          <p:nvPr/>
        </p:nvSpPr>
        <p:spPr>
          <a:xfrm>
            <a:off x="0" y="5106924"/>
            <a:ext cx="9144000" cy="36576"/>
          </a:xfrm>
          <a:prstGeom prst="rect">
            <a:avLst/>
          </a:prstGeom>
          <a:solidFill>
            <a:srgbClr val="F96532"/>
          </a:solidFill>
          <a:ln/>
        </p:spPr>
        <p:txBody>
          <a:bodyPr/>
          <a:lstStyle/>
          <a:p>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F96532"/>
          </a:solidFill>
          <a:ln/>
        </p:spPr>
        <p:txBody>
          <a:bodyPr/>
          <a:lstStyle/>
          <a:p>
            <a:endParaRPr lang="en-GB"/>
          </a:p>
        </p:txBody>
      </p:sp>
      <p:sp>
        <p:nvSpPr>
          <p:cNvPr id="3" name="Text 1"/>
          <p:cNvSpPr/>
          <p:nvPr/>
        </p:nvSpPr>
        <p:spPr>
          <a:xfrm>
            <a:off x="731520" y="1463040"/>
            <a:ext cx="1371600" cy="822960"/>
          </a:xfrm>
          <a:prstGeom prst="rect">
            <a:avLst/>
          </a:prstGeom>
          <a:noFill/>
          <a:ln/>
        </p:spPr>
        <p:txBody>
          <a:bodyPr wrap="square" lIns="0" tIns="0" rIns="0" bIns="0" rtlCol="0" anchor="ctr"/>
          <a:lstStyle/>
          <a:p>
            <a:pPr marL="0" indent="0">
              <a:buNone/>
            </a:pPr>
            <a:r>
              <a:rPr lang="en-US" sz="6400" b="1" dirty="0">
                <a:solidFill>
                  <a:srgbClr val="F96532"/>
                </a:solidFill>
                <a:latin typeface="Montserrat" pitchFamily="34" charset="0"/>
                <a:ea typeface="Montserrat" pitchFamily="34" charset="-122"/>
                <a:cs typeface="Montserrat" pitchFamily="34" charset="-120"/>
              </a:rPr>
              <a:t>▶</a:t>
            </a:r>
            <a:endParaRPr lang="en-US" sz="6400" dirty="0"/>
          </a:p>
        </p:txBody>
      </p:sp>
      <p:sp>
        <p:nvSpPr>
          <p:cNvPr id="4" name="Text 2"/>
          <p:cNvSpPr/>
          <p:nvPr/>
        </p:nvSpPr>
        <p:spPr>
          <a:xfrm>
            <a:off x="2286000" y="1508760"/>
            <a:ext cx="5943600" cy="731520"/>
          </a:xfrm>
          <a:prstGeom prst="rect">
            <a:avLst/>
          </a:prstGeom>
          <a:noFill/>
          <a:ln/>
        </p:spPr>
        <p:txBody>
          <a:bodyPr wrap="square" lIns="0" tIns="0" rIns="0" bIns="0" rtlCol="0" anchor="ctr"/>
          <a:lstStyle/>
          <a:p>
            <a:pPr marL="0" indent="0">
              <a:buNone/>
            </a:pPr>
            <a:r>
              <a:rPr lang="en-US" sz="3800" b="1" dirty="0">
                <a:solidFill>
                  <a:srgbClr val="FFFFFF"/>
                </a:solidFill>
                <a:latin typeface="Montserrat" pitchFamily="34" charset="0"/>
                <a:ea typeface="Montserrat" pitchFamily="34" charset="-122"/>
                <a:cs typeface="Montserrat" pitchFamily="34" charset="-120"/>
              </a:rPr>
              <a:t>Scribtive in action.</a:t>
            </a:r>
            <a:endParaRPr lang="en-US" sz="3800" dirty="0"/>
          </a:p>
        </p:txBody>
      </p:sp>
      <p:sp>
        <p:nvSpPr>
          <p:cNvPr id="5" name="Shape 3"/>
          <p:cNvSpPr/>
          <p:nvPr/>
        </p:nvSpPr>
        <p:spPr>
          <a:xfrm>
            <a:off x="2286000" y="2423160"/>
            <a:ext cx="5029200" cy="0"/>
          </a:xfrm>
          <a:prstGeom prst="line">
            <a:avLst/>
          </a:prstGeom>
          <a:noFill/>
          <a:ln w="12700">
            <a:solidFill>
              <a:srgbClr val="1E2530"/>
            </a:solidFill>
            <a:prstDash val="solid"/>
          </a:ln>
        </p:spPr>
        <p:txBody>
          <a:bodyPr/>
          <a:lstStyle/>
          <a:p>
            <a:endParaRPr lang="en-GB"/>
          </a:p>
        </p:txBody>
      </p:sp>
      <p:sp>
        <p:nvSpPr>
          <p:cNvPr id="6" name="Text 4"/>
          <p:cNvSpPr/>
          <p:nvPr/>
        </p:nvSpPr>
        <p:spPr>
          <a:xfrm>
            <a:off x="2286000" y="2651760"/>
            <a:ext cx="5029200" cy="731520"/>
          </a:xfrm>
          <a:prstGeom prst="rect">
            <a:avLst/>
          </a:prstGeom>
          <a:noFill/>
          <a:ln/>
        </p:spPr>
        <p:txBody>
          <a:bodyPr wrap="square" lIns="0" tIns="0" rIns="0" bIns="0" rtlCol="0" anchor="ctr"/>
          <a:lstStyle/>
          <a:p>
            <a:pPr marL="0" indent="0">
              <a:buNone/>
            </a:pPr>
            <a:r>
              <a:rPr lang="en-US" sz="1400" dirty="0">
                <a:solidFill>
                  <a:srgbClr val="9CA3AF"/>
                </a:solidFill>
                <a:latin typeface="Open Sans" pitchFamily="34" charset="0"/>
                <a:ea typeface="Open Sans" pitchFamily="34" charset="-122"/>
                <a:cs typeface="Open Sans" pitchFamily="34" charset="-120"/>
              </a:rPr>
              <a:t>Form G generation from source documents — and where it still needs the engineer.</a:t>
            </a:r>
            <a:endParaRPr lang="en-US" sz="1400" dirty="0"/>
          </a:p>
        </p:txBody>
      </p:sp>
      <p:pic>
        <p:nvPicPr>
          <p:cNvPr id="7" name="Image 0" descr="preencoded.png"/>
          <p:cNvPicPr>
            <a:picLocks noChangeAspect="1"/>
          </p:cNvPicPr>
          <p:nvPr/>
        </p:nvPicPr>
        <p:blipFill>
          <a:blip r:embed="rId2"/>
          <a:stretch>
            <a:fillRect/>
          </a:stretch>
        </p:blipFill>
        <p:spPr>
          <a:xfrm>
            <a:off x="8321040" y="4434840"/>
            <a:ext cx="457200" cy="457200"/>
          </a:xfrm>
          <a:prstGeom prst="rect">
            <a:avLst/>
          </a:prstGeom>
        </p:spPr>
      </p:pic>
      <p:sp>
        <p:nvSpPr>
          <p:cNvPr id="8" name="Shape 5"/>
          <p:cNvSpPr/>
          <p:nvPr/>
        </p:nvSpPr>
        <p:spPr>
          <a:xfrm>
            <a:off x="0" y="5106924"/>
            <a:ext cx="9144000" cy="36576"/>
          </a:xfrm>
          <a:prstGeom prst="rect">
            <a:avLst/>
          </a:prstGeom>
          <a:solidFill>
            <a:srgbClr val="F96532"/>
          </a:solidFill>
          <a:ln/>
        </p:spPr>
        <p:txBody>
          <a:bodyPr/>
          <a:lstStyle/>
          <a:p>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0108FCFA-70B7-FD6D-45D1-04020E1AE1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FE0C98-3928-553F-274A-ACEB8716AF9A}"/>
              </a:ext>
            </a:extLst>
          </p:cNvPr>
          <p:cNvSpPr/>
          <p:nvPr/>
        </p:nvSpPr>
        <p:spPr>
          <a:xfrm>
            <a:off x="0" y="0"/>
            <a:ext cx="9144000" cy="36576"/>
          </a:xfrm>
          <a:prstGeom prst="rect">
            <a:avLst/>
          </a:prstGeom>
          <a:solidFill>
            <a:srgbClr val="F96532"/>
          </a:solidFill>
          <a:ln/>
        </p:spPr>
        <p:txBody>
          <a:bodyPr/>
          <a:lstStyle/>
          <a:p>
            <a:endParaRPr lang="en-GB"/>
          </a:p>
        </p:txBody>
      </p:sp>
      <p:pic>
        <p:nvPicPr>
          <p:cNvPr id="7" name="Image 0" descr="preencoded.png">
            <a:extLst>
              <a:ext uri="{FF2B5EF4-FFF2-40B4-BE49-F238E27FC236}">
                <a16:creationId xmlns:a16="http://schemas.microsoft.com/office/drawing/2014/main" id="{ACF2EC51-346B-CB11-A6A0-3D8477566AD5}"/>
              </a:ext>
            </a:extLst>
          </p:cNvPr>
          <p:cNvPicPr>
            <a:picLocks noChangeAspect="1"/>
          </p:cNvPicPr>
          <p:nvPr/>
        </p:nvPicPr>
        <p:blipFill>
          <a:blip r:embed="rId2"/>
          <a:stretch>
            <a:fillRect/>
          </a:stretch>
        </p:blipFill>
        <p:spPr>
          <a:xfrm>
            <a:off x="8321040" y="4434840"/>
            <a:ext cx="457200" cy="457200"/>
          </a:xfrm>
          <a:prstGeom prst="rect">
            <a:avLst/>
          </a:prstGeom>
        </p:spPr>
      </p:pic>
      <p:sp>
        <p:nvSpPr>
          <p:cNvPr id="8" name="Shape 5">
            <a:extLst>
              <a:ext uri="{FF2B5EF4-FFF2-40B4-BE49-F238E27FC236}">
                <a16:creationId xmlns:a16="http://schemas.microsoft.com/office/drawing/2014/main" id="{C1EB539A-DC58-46A9-6F4F-9E07A178D714}"/>
              </a:ext>
            </a:extLst>
          </p:cNvPr>
          <p:cNvSpPr/>
          <p:nvPr/>
        </p:nvSpPr>
        <p:spPr>
          <a:xfrm>
            <a:off x="0" y="5106924"/>
            <a:ext cx="9144000" cy="36576"/>
          </a:xfrm>
          <a:prstGeom prst="rect">
            <a:avLst/>
          </a:prstGeom>
          <a:solidFill>
            <a:srgbClr val="F96532"/>
          </a:solidFill>
          <a:ln/>
        </p:spPr>
        <p:txBody>
          <a:bodyPr/>
          <a:lstStyle/>
          <a:p>
            <a:endParaRPr lang="en-GB"/>
          </a:p>
        </p:txBody>
      </p:sp>
      <p:sp>
        <p:nvSpPr>
          <p:cNvPr id="11" name="DEMO_TagBg">
            <a:extLst>
              <a:ext uri="{FF2B5EF4-FFF2-40B4-BE49-F238E27FC236}">
                <a16:creationId xmlns:a16="http://schemas.microsoft.com/office/drawing/2014/main" id="{393DD48A-5A56-4527-91F4-9D550D63DDD0}"/>
              </a:ext>
            </a:extLst>
          </p:cNvPr>
          <p:cNvSpPr/>
          <p:nvPr/>
        </p:nvSpPr>
        <p:spPr>
          <a:xfrm>
            <a:off x="304800" y="355600"/>
            <a:ext cx="16764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2" name="DEMO_TagText">
            <a:extLst>
              <a:ext uri="{FF2B5EF4-FFF2-40B4-BE49-F238E27FC236}">
                <a16:creationId xmlns:a16="http://schemas.microsoft.com/office/drawing/2014/main" id="{EAB58E59-F61D-41F1-B422-B7E3D0E9F12E}"/>
              </a:ext>
            </a:extLst>
          </p:cNvPr>
          <p:cNvSpPr txBox="1"/>
          <p:nvPr/>
        </p:nvSpPr>
        <p:spPr>
          <a:xfrm>
            <a:off x="304800" y="355600"/>
            <a:ext cx="1676400" cy="279400"/>
          </a:xfrm>
          <a:prstGeom prst="rect">
            <a:avLst/>
          </a:prstGeom>
          <a:solidFill>
            <a:srgbClr val="F96532"/>
          </a:solidFill>
          <a:ln>
            <a:noFill/>
          </a:ln>
        </p:spPr>
        <p:txBody>
          <a:bodyPr vertOverflow="overflow" vert="horz" wrap="none" rtlCol="0" anchor="ctr" anchorCtr="0">
            <a:noAutofit/>
          </a:bodyPr>
          <a:lstStyle/>
          <a:p>
            <a:pPr algn="l"/>
            <a:r>
              <a:rPr lang="en-GB" sz="900" b="1">
                <a:solidFill>
                  <a:srgbClr val="FFFFFF"/>
                </a:solidFill>
                <a:latin typeface="Montserrat"/>
              </a:rPr>
              <a:t>01 · KNOWLEDGE</a:t>
            </a:r>
          </a:p>
        </p:txBody>
      </p:sp>
      <p:sp>
        <p:nvSpPr>
          <p:cNvPr id="13" name="DEMO_Title">
            <a:extLst>
              <a:ext uri="{FF2B5EF4-FFF2-40B4-BE49-F238E27FC236}">
                <a16:creationId xmlns:a16="http://schemas.microsoft.com/office/drawing/2014/main" id="{DE6A0921-239F-44B9-A33F-2FD5D1CFB4C6}"/>
              </a:ext>
            </a:extLst>
          </p:cNvPr>
          <p:cNvSpPr txBox="1"/>
          <p:nvPr/>
        </p:nvSpPr>
        <p:spPr>
          <a:xfrm>
            <a:off x="2133600" y="330200"/>
            <a:ext cx="6096000" cy="330200"/>
          </a:xfrm>
          <a:prstGeom prst="rect">
            <a:avLst/>
          </a:prstGeom>
          <a:noFill/>
          <a:ln>
            <a:noFill/>
          </a:ln>
        </p:spPr>
        <p:txBody>
          <a:bodyPr vertOverflow="overflow" vert="horz" wrap="square" rtlCol="0" anchor="ctr" anchorCtr="0">
            <a:noAutofit/>
          </a:bodyPr>
          <a:lstStyle/>
          <a:p>
            <a:pPr algn="l"/>
            <a:r>
              <a:rPr lang="en-GB" b="1">
                <a:solidFill>
                  <a:srgbClr val="FFFFFF"/>
                </a:solidFill>
                <a:latin typeface="Montserrat"/>
              </a:rPr>
              <a:t>Knowledge Library</a:t>
            </a:r>
          </a:p>
        </p:txBody>
      </p:sp>
      <p:sp>
        <p:nvSpPr>
          <p:cNvPr id="14" name="DEMO_CapBg">
            <a:extLst>
              <a:ext uri="{FF2B5EF4-FFF2-40B4-BE49-F238E27FC236}">
                <a16:creationId xmlns:a16="http://schemas.microsoft.com/office/drawing/2014/main" id="{6FC161A9-484D-41CA-B2B1-F8AC37FB7CF1}"/>
              </a:ext>
            </a:extLst>
          </p:cNvPr>
          <p:cNvSpPr/>
          <p:nvPr/>
        </p:nvSpPr>
        <p:spPr>
          <a:xfrm>
            <a:off x="0" y="4445000"/>
            <a:ext cx="9144000" cy="482600"/>
          </a:xfrm>
          <a:prstGeom prst="rect">
            <a:avLst/>
          </a:prstGeom>
          <a:solidFill>
            <a:srgbClr val="161B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5" name="DEMO_CapText">
            <a:extLst>
              <a:ext uri="{FF2B5EF4-FFF2-40B4-BE49-F238E27FC236}">
                <a16:creationId xmlns:a16="http://schemas.microsoft.com/office/drawing/2014/main" id="{0E6B5CFA-FCE1-4734-B8CF-A71C70D90F9D}"/>
              </a:ext>
            </a:extLst>
          </p:cNvPr>
          <p:cNvSpPr txBox="1"/>
          <p:nvPr/>
        </p:nvSpPr>
        <p:spPr>
          <a:xfrm>
            <a:off x="457200" y="4495800"/>
            <a:ext cx="8229600" cy="381000"/>
          </a:xfrm>
          <a:prstGeom prst="rect">
            <a:avLst/>
          </a:prstGeom>
          <a:solidFill>
            <a:srgbClr val="161B22"/>
          </a:solidFill>
          <a:ln>
            <a:noFill/>
          </a:ln>
        </p:spPr>
        <p:txBody>
          <a:bodyPr vertOverflow="overflow" vert="horz" wrap="square" rtlCol="0" anchor="ctr" anchorCtr="0">
            <a:noAutofit/>
          </a:bodyPr>
          <a:lstStyle/>
          <a:p>
            <a:pPr algn="l"/>
            <a:r>
              <a:rPr lang="en-GB" sz="1200">
                <a:solidFill>
                  <a:srgbClr val="E5E7EB"/>
                </a:solidFill>
                <a:latin typeface="Open Sans"/>
                <a:ea typeface="Open Sans"/>
                <a:cs typeface="Open Sans"/>
              </a:rPr>
              <a:t>Upload your standards, BEPs and templates once. Every draft cites them — not the public web.</a:t>
            </a:r>
          </a:p>
        </p:txBody>
      </p:sp>
      <p:pic>
        <p:nvPicPr>
          <p:cNvPr id="4" name="Picture 3">
            <a:extLst>
              <a:ext uri="{FF2B5EF4-FFF2-40B4-BE49-F238E27FC236}">
                <a16:creationId xmlns:a16="http://schemas.microsoft.com/office/drawing/2014/main" id="{311B0F1A-3D8B-579F-6406-1E17B8558F17}"/>
              </a:ext>
            </a:extLst>
          </p:cNvPr>
          <p:cNvPicPr>
            <a:picLocks noChangeAspect="1"/>
          </p:cNvPicPr>
          <p:nvPr/>
        </p:nvPicPr>
        <p:blipFill>
          <a:blip r:embed="rId3"/>
          <a:stretch>
            <a:fillRect/>
          </a:stretch>
        </p:blipFill>
        <p:spPr>
          <a:xfrm>
            <a:off x="2927680" y="696410"/>
            <a:ext cx="3288640" cy="3748590"/>
          </a:xfrm>
          <a:prstGeom prst="rect">
            <a:avLst/>
          </a:prstGeom>
        </p:spPr>
      </p:pic>
    </p:spTree>
    <p:extLst>
      <p:ext uri="{BB962C8B-B14F-4D97-AF65-F5344CB8AC3E}">
        <p14:creationId xmlns:p14="http://schemas.microsoft.com/office/powerpoint/2010/main" val="9425108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8" name="Shape 26"/>
          <p:cNvSpPr/>
          <p:nvPr/>
        </p:nvSpPr>
        <p:spPr>
          <a:xfrm>
            <a:off x="0" y="0"/>
            <a:ext cx="9144000" cy="36576"/>
          </a:xfrm>
          <a:prstGeom prst="rect">
            <a:avLst/>
          </a:prstGeom>
          <a:solidFill>
            <a:srgbClr val="F96532"/>
          </a:solidFill>
          <a:ln/>
        </p:spPr>
        <p:txBody>
          <a:bodyPr/>
          <a:lstStyle/>
          <a:p>
            <a:endParaRPr lang="en-GB"/>
          </a:p>
        </p:txBody>
      </p:sp>
      <p:sp>
        <p:nvSpPr>
          <p:cNvPr id="34" name="Shape 31"/>
          <p:cNvSpPr/>
          <p:nvPr/>
        </p:nvSpPr>
        <p:spPr>
          <a:xfrm>
            <a:off x="0" y="5106924"/>
            <a:ext cx="9144000" cy="36576"/>
          </a:xfrm>
          <a:prstGeom prst="rect">
            <a:avLst/>
          </a:prstGeom>
          <a:solidFill>
            <a:srgbClr val="F96532"/>
          </a:solidFill>
          <a:ln/>
        </p:spPr>
        <p:txBody>
          <a:bodyPr/>
          <a:lstStyle/>
          <a:p>
            <a:endParaRPr lang="en-GB"/>
          </a:p>
        </p:txBody>
      </p:sp>
      <p:sp>
        <p:nvSpPr>
          <p:cNvPr id="37" name="DEMO_TagBg">
            <a:extLst>
              <a:ext uri="{FF2B5EF4-FFF2-40B4-BE49-F238E27FC236}">
                <a16:creationId xmlns:a16="http://schemas.microsoft.com/office/drawing/2014/main" id="{F7752606-0859-49A9-B6C7-1573EEC185E1}"/>
              </a:ext>
            </a:extLst>
          </p:cNvPr>
          <p:cNvSpPr/>
          <p:nvPr/>
        </p:nvSpPr>
        <p:spPr>
          <a:xfrm>
            <a:off x="304800" y="355600"/>
            <a:ext cx="16764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8" name="DEMO_TagText">
            <a:extLst>
              <a:ext uri="{FF2B5EF4-FFF2-40B4-BE49-F238E27FC236}">
                <a16:creationId xmlns:a16="http://schemas.microsoft.com/office/drawing/2014/main" id="{02EA469A-298C-4C21-B215-6F9F84DD0D80}"/>
              </a:ext>
            </a:extLst>
          </p:cNvPr>
          <p:cNvSpPr txBox="1"/>
          <p:nvPr/>
        </p:nvSpPr>
        <p:spPr>
          <a:xfrm>
            <a:off x="304800" y="355600"/>
            <a:ext cx="1676400" cy="279400"/>
          </a:xfrm>
          <a:prstGeom prst="rect">
            <a:avLst/>
          </a:prstGeom>
          <a:solidFill>
            <a:srgbClr val="F96532"/>
          </a:solidFill>
          <a:ln>
            <a:noFill/>
          </a:ln>
        </p:spPr>
        <p:txBody>
          <a:bodyPr vertOverflow="overflow" vert="horz" wrap="none" rtlCol="0" anchor="ctr" anchorCtr="0">
            <a:noAutofit/>
          </a:bodyPr>
          <a:lstStyle/>
          <a:p>
            <a:pPr algn="l"/>
            <a:r>
              <a:rPr lang="en-GB" sz="900" b="1">
                <a:solidFill>
                  <a:srgbClr val="FFFFFF"/>
                </a:solidFill>
                <a:latin typeface="Montserrat"/>
              </a:rPr>
              <a:t>02 · TEMPLATES</a:t>
            </a:r>
          </a:p>
        </p:txBody>
      </p:sp>
      <p:sp>
        <p:nvSpPr>
          <p:cNvPr id="39" name="DEMO_Title">
            <a:extLst>
              <a:ext uri="{FF2B5EF4-FFF2-40B4-BE49-F238E27FC236}">
                <a16:creationId xmlns:a16="http://schemas.microsoft.com/office/drawing/2014/main" id="{57EB04E0-A664-4307-966D-F4F026795985}"/>
              </a:ext>
            </a:extLst>
          </p:cNvPr>
          <p:cNvSpPr txBox="1"/>
          <p:nvPr/>
        </p:nvSpPr>
        <p:spPr>
          <a:xfrm>
            <a:off x="2133600" y="330200"/>
            <a:ext cx="6096000" cy="330200"/>
          </a:xfrm>
          <a:prstGeom prst="rect">
            <a:avLst/>
          </a:prstGeom>
          <a:noFill/>
          <a:ln>
            <a:noFill/>
          </a:ln>
        </p:spPr>
        <p:txBody>
          <a:bodyPr vertOverflow="overflow" vert="horz" wrap="square" rtlCol="0" anchor="ctr" anchorCtr="0">
            <a:noAutofit/>
          </a:bodyPr>
          <a:lstStyle/>
          <a:p>
            <a:pPr algn="l"/>
            <a:r>
              <a:rPr lang="en-GB" b="1">
                <a:solidFill>
                  <a:srgbClr val="FFFFFF"/>
                </a:solidFill>
                <a:latin typeface="Montserrat"/>
              </a:rPr>
              <a:t>Templates with engineering intent</a:t>
            </a:r>
          </a:p>
        </p:txBody>
      </p:sp>
      <p:sp>
        <p:nvSpPr>
          <p:cNvPr id="40" name="DEMO_CapBg">
            <a:extLst>
              <a:ext uri="{FF2B5EF4-FFF2-40B4-BE49-F238E27FC236}">
                <a16:creationId xmlns:a16="http://schemas.microsoft.com/office/drawing/2014/main" id="{796CE990-FA10-4846-82BF-370703371C18}"/>
              </a:ext>
            </a:extLst>
          </p:cNvPr>
          <p:cNvSpPr/>
          <p:nvPr/>
        </p:nvSpPr>
        <p:spPr>
          <a:xfrm>
            <a:off x="0" y="4445000"/>
            <a:ext cx="9144000" cy="482600"/>
          </a:xfrm>
          <a:prstGeom prst="rect">
            <a:avLst/>
          </a:prstGeom>
          <a:solidFill>
            <a:srgbClr val="161B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1" name="DEMO_CapText">
            <a:extLst>
              <a:ext uri="{FF2B5EF4-FFF2-40B4-BE49-F238E27FC236}">
                <a16:creationId xmlns:a16="http://schemas.microsoft.com/office/drawing/2014/main" id="{7A9B2EF9-C27C-4FFC-953B-144CB6E201B8}"/>
              </a:ext>
            </a:extLst>
          </p:cNvPr>
          <p:cNvSpPr txBox="1"/>
          <p:nvPr/>
        </p:nvSpPr>
        <p:spPr>
          <a:xfrm>
            <a:off x="457200" y="4495800"/>
            <a:ext cx="8229600" cy="381000"/>
          </a:xfrm>
          <a:prstGeom prst="rect">
            <a:avLst/>
          </a:prstGeom>
          <a:solidFill>
            <a:srgbClr val="161B22"/>
          </a:solidFill>
          <a:ln>
            <a:noFill/>
          </a:ln>
        </p:spPr>
        <p:txBody>
          <a:bodyPr vertOverflow="overflow" vert="horz" wrap="square" rtlCol="0" anchor="ctr" anchorCtr="0">
            <a:noAutofit/>
          </a:bodyPr>
          <a:lstStyle/>
          <a:p>
            <a:pPr algn="l"/>
            <a:r>
              <a:rPr lang="en-GB" sz="1200" dirty="0">
                <a:solidFill>
                  <a:srgbClr val="E5E7EB"/>
                </a:solidFill>
                <a:latin typeface="Open Sans"/>
                <a:ea typeface="Open Sans"/>
                <a:cs typeface="Open Sans"/>
              </a:rPr>
              <a:t>Form G, AIP, </a:t>
            </a:r>
            <a:r>
              <a:rPr lang="en-GB" sz="1200" dirty="0" err="1">
                <a:solidFill>
                  <a:srgbClr val="E5E7EB"/>
                </a:solidFill>
                <a:latin typeface="Open Sans"/>
                <a:ea typeface="Open Sans"/>
                <a:cs typeface="Open Sans"/>
              </a:rPr>
              <a:t>FormC</a:t>
            </a:r>
            <a:r>
              <a:rPr lang="en-GB" sz="1200" dirty="0">
                <a:solidFill>
                  <a:srgbClr val="E5E7EB"/>
                </a:solidFill>
                <a:latin typeface="Open Sans"/>
                <a:ea typeface="Open Sans"/>
                <a:cs typeface="Open Sans"/>
              </a:rPr>
              <a:t> — section by section, with the prompt the AI must follow and the fields it has to fill.</a:t>
            </a:r>
          </a:p>
        </p:txBody>
      </p:sp>
      <p:pic>
        <p:nvPicPr>
          <p:cNvPr id="3" name="Picture 2">
            <a:extLst>
              <a:ext uri="{FF2B5EF4-FFF2-40B4-BE49-F238E27FC236}">
                <a16:creationId xmlns:a16="http://schemas.microsoft.com/office/drawing/2014/main" id="{34550C64-69A1-7FFC-947B-8B5D718934FF}"/>
              </a:ext>
            </a:extLst>
          </p:cNvPr>
          <p:cNvPicPr>
            <a:picLocks noChangeAspect="1"/>
          </p:cNvPicPr>
          <p:nvPr/>
        </p:nvPicPr>
        <p:blipFill>
          <a:blip r:embed="rId3"/>
          <a:stretch>
            <a:fillRect/>
          </a:stretch>
        </p:blipFill>
        <p:spPr>
          <a:xfrm>
            <a:off x="350287" y="839724"/>
            <a:ext cx="8443425" cy="36052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05BC7E5F-BCBB-3BC0-377A-558661ADACB5}"/>
            </a:ext>
          </a:extLst>
        </p:cNvPr>
        <p:cNvGrpSpPr/>
        <p:nvPr/>
      </p:nvGrpSpPr>
      <p:grpSpPr>
        <a:xfrm>
          <a:off x="0" y="0"/>
          <a:ext cx="0" cy="0"/>
          <a:chOff x="0" y="0"/>
          <a:chExt cx="0" cy="0"/>
        </a:xfrm>
      </p:grpSpPr>
      <p:sp>
        <p:nvSpPr>
          <p:cNvPr id="28" name="Shape 26">
            <a:extLst>
              <a:ext uri="{FF2B5EF4-FFF2-40B4-BE49-F238E27FC236}">
                <a16:creationId xmlns:a16="http://schemas.microsoft.com/office/drawing/2014/main" id="{CFAA8B80-F458-F601-9F27-B4A8F9F7142D}"/>
              </a:ext>
            </a:extLst>
          </p:cNvPr>
          <p:cNvSpPr/>
          <p:nvPr/>
        </p:nvSpPr>
        <p:spPr>
          <a:xfrm>
            <a:off x="0" y="0"/>
            <a:ext cx="9144000" cy="36576"/>
          </a:xfrm>
          <a:prstGeom prst="rect">
            <a:avLst/>
          </a:prstGeom>
          <a:solidFill>
            <a:srgbClr val="F96532"/>
          </a:solidFill>
          <a:ln/>
        </p:spPr>
        <p:txBody>
          <a:bodyPr/>
          <a:lstStyle/>
          <a:p>
            <a:endParaRPr lang="en-GB"/>
          </a:p>
        </p:txBody>
      </p:sp>
      <p:sp>
        <p:nvSpPr>
          <p:cNvPr id="34" name="Shape 31">
            <a:extLst>
              <a:ext uri="{FF2B5EF4-FFF2-40B4-BE49-F238E27FC236}">
                <a16:creationId xmlns:a16="http://schemas.microsoft.com/office/drawing/2014/main" id="{1B657365-225F-A5F3-E0A0-F9B2CBE72464}"/>
              </a:ext>
            </a:extLst>
          </p:cNvPr>
          <p:cNvSpPr/>
          <p:nvPr/>
        </p:nvSpPr>
        <p:spPr>
          <a:xfrm>
            <a:off x="0" y="5106924"/>
            <a:ext cx="9144000" cy="36576"/>
          </a:xfrm>
          <a:prstGeom prst="rect">
            <a:avLst/>
          </a:prstGeom>
          <a:solidFill>
            <a:srgbClr val="F96532"/>
          </a:solidFill>
          <a:ln/>
        </p:spPr>
        <p:txBody>
          <a:bodyPr/>
          <a:lstStyle/>
          <a:p>
            <a:endParaRPr lang="en-GB"/>
          </a:p>
        </p:txBody>
      </p:sp>
      <p:sp>
        <p:nvSpPr>
          <p:cNvPr id="42" name="DEMO_TagBg">
            <a:extLst>
              <a:ext uri="{FF2B5EF4-FFF2-40B4-BE49-F238E27FC236}">
                <a16:creationId xmlns:a16="http://schemas.microsoft.com/office/drawing/2014/main" id="{726F4706-6B6C-4CE7-BCD7-938955407E4C}"/>
              </a:ext>
            </a:extLst>
          </p:cNvPr>
          <p:cNvSpPr/>
          <p:nvPr/>
        </p:nvSpPr>
        <p:spPr>
          <a:xfrm>
            <a:off x="304800" y="355600"/>
            <a:ext cx="16764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3" name="DEMO_TagText">
            <a:extLst>
              <a:ext uri="{FF2B5EF4-FFF2-40B4-BE49-F238E27FC236}">
                <a16:creationId xmlns:a16="http://schemas.microsoft.com/office/drawing/2014/main" id="{8B468387-FB88-42C1-8700-CBFC924F7EDC}"/>
              </a:ext>
            </a:extLst>
          </p:cNvPr>
          <p:cNvSpPr txBox="1"/>
          <p:nvPr/>
        </p:nvSpPr>
        <p:spPr>
          <a:xfrm>
            <a:off x="304800" y="355600"/>
            <a:ext cx="1676400" cy="279400"/>
          </a:xfrm>
          <a:prstGeom prst="rect">
            <a:avLst/>
          </a:prstGeom>
          <a:solidFill>
            <a:srgbClr val="F96532"/>
          </a:solidFill>
          <a:ln>
            <a:noFill/>
          </a:ln>
        </p:spPr>
        <p:txBody>
          <a:bodyPr vertOverflow="overflow" vert="horz" wrap="none" rtlCol="0" anchor="ctr" anchorCtr="0">
            <a:noAutofit/>
          </a:bodyPr>
          <a:lstStyle/>
          <a:p>
            <a:pPr algn="l"/>
            <a:r>
              <a:rPr lang="en-GB" sz="900" b="1">
                <a:solidFill>
                  <a:srgbClr val="FFFFFF"/>
                </a:solidFill>
                <a:latin typeface="Montserrat"/>
              </a:rPr>
              <a:t>03 · JOB SETUP</a:t>
            </a:r>
          </a:p>
        </p:txBody>
      </p:sp>
      <p:sp>
        <p:nvSpPr>
          <p:cNvPr id="44" name="DEMO_Title">
            <a:extLst>
              <a:ext uri="{FF2B5EF4-FFF2-40B4-BE49-F238E27FC236}">
                <a16:creationId xmlns:a16="http://schemas.microsoft.com/office/drawing/2014/main" id="{981BF989-D9C1-435E-91E0-B53ABE344873}"/>
              </a:ext>
            </a:extLst>
          </p:cNvPr>
          <p:cNvSpPr txBox="1"/>
          <p:nvPr/>
        </p:nvSpPr>
        <p:spPr>
          <a:xfrm>
            <a:off x="2133600" y="330200"/>
            <a:ext cx="6096000" cy="330200"/>
          </a:xfrm>
          <a:prstGeom prst="rect">
            <a:avLst/>
          </a:prstGeom>
          <a:noFill/>
          <a:ln>
            <a:noFill/>
          </a:ln>
        </p:spPr>
        <p:txBody>
          <a:bodyPr vertOverflow="overflow" vert="horz" wrap="square" rtlCol="0" anchor="ctr" anchorCtr="0">
            <a:noAutofit/>
          </a:bodyPr>
          <a:lstStyle/>
          <a:p>
            <a:pPr algn="l"/>
            <a:r>
              <a:rPr lang="en-GB" b="1">
                <a:solidFill>
                  <a:srgbClr val="FFFFFF"/>
                </a:solidFill>
                <a:latin typeface="Montserrat"/>
              </a:rPr>
              <a:t>One job, one source of truth</a:t>
            </a:r>
          </a:p>
        </p:txBody>
      </p:sp>
      <p:sp>
        <p:nvSpPr>
          <p:cNvPr id="45" name="DEMO_CapBg">
            <a:extLst>
              <a:ext uri="{FF2B5EF4-FFF2-40B4-BE49-F238E27FC236}">
                <a16:creationId xmlns:a16="http://schemas.microsoft.com/office/drawing/2014/main" id="{23AD1636-96BB-41DB-A0D3-C83E892BB10B}"/>
              </a:ext>
            </a:extLst>
          </p:cNvPr>
          <p:cNvSpPr/>
          <p:nvPr/>
        </p:nvSpPr>
        <p:spPr>
          <a:xfrm>
            <a:off x="0" y="4445000"/>
            <a:ext cx="9144000" cy="482600"/>
          </a:xfrm>
          <a:prstGeom prst="rect">
            <a:avLst/>
          </a:prstGeom>
          <a:solidFill>
            <a:srgbClr val="161B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 name="DEMO_CapText">
            <a:extLst>
              <a:ext uri="{FF2B5EF4-FFF2-40B4-BE49-F238E27FC236}">
                <a16:creationId xmlns:a16="http://schemas.microsoft.com/office/drawing/2014/main" id="{01EF1C55-B7BB-4638-9E72-1AC793C30265}"/>
              </a:ext>
            </a:extLst>
          </p:cNvPr>
          <p:cNvSpPr txBox="1"/>
          <p:nvPr/>
        </p:nvSpPr>
        <p:spPr>
          <a:xfrm>
            <a:off x="457200" y="4495800"/>
            <a:ext cx="8229600" cy="381000"/>
          </a:xfrm>
          <a:prstGeom prst="rect">
            <a:avLst/>
          </a:prstGeom>
          <a:solidFill>
            <a:srgbClr val="161B22"/>
          </a:solidFill>
          <a:ln>
            <a:noFill/>
          </a:ln>
        </p:spPr>
        <p:txBody>
          <a:bodyPr vertOverflow="overflow" vert="horz" wrap="square" rtlCol="0" anchor="ctr" anchorCtr="0">
            <a:noAutofit/>
          </a:bodyPr>
          <a:lstStyle/>
          <a:p>
            <a:pPr algn="l"/>
            <a:r>
              <a:rPr lang="en-GB" sz="1200">
                <a:solidFill>
                  <a:srgbClr val="E5E7EB"/>
                </a:solidFill>
                <a:latin typeface="Open Sans"/>
                <a:ea typeface="Open Sans"/>
                <a:cs typeface="Open Sans"/>
              </a:rPr>
              <a:t>Project docs, asset details, clash check, generated outputs — versioned, traceable, in one place.</a:t>
            </a:r>
          </a:p>
        </p:txBody>
      </p:sp>
      <p:pic>
        <p:nvPicPr>
          <p:cNvPr id="3" name="Picture 2">
            <a:extLst>
              <a:ext uri="{FF2B5EF4-FFF2-40B4-BE49-F238E27FC236}">
                <a16:creationId xmlns:a16="http://schemas.microsoft.com/office/drawing/2014/main" id="{AD845782-F4CF-4E90-3CF4-C9D937D432CE}"/>
              </a:ext>
            </a:extLst>
          </p:cNvPr>
          <p:cNvPicPr>
            <a:picLocks noChangeAspect="1"/>
          </p:cNvPicPr>
          <p:nvPr/>
        </p:nvPicPr>
        <p:blipFill>
          <a:blip r:embed="rId3"/>
          <a:stretch>
            <a:fillRect/>
          </a:stretch>
        </p:blipFill>
        <p:spPr>
          <a:xfrm>
            <a:off x="187975" y="926337"/>
            <a:ext cx="3479013" cy="3227326"/>
          </a:xfrm>
          <a:prstGeom prst="rect">
            <a:avLst/>
          </a:prstGeom>
        </p:spPr>
      </p:pic>
      <p:pic>
        <p:nvPicPr>
          <p:cNvPr id="7" name="Picture 6">
            <a:extLst>
              <a:ext uri="{FF2B5EF4-FFF2-40B4-BE49-F238E27FC236}">
                <a16:creationId xmlns:a16="http://schemas.microsoft.com/office/drawing/2014/main" id="{D51C39CC-6CB6-E7DA-D431-C00A94D117F4}"/>
              </a:ext>
            </a:extLst>
          </p:cNvPr>
          <p:cNvPicPr>
            <a:picLocks noChangeAspect="1"/>
          </p:cNvPicPr>
          <p:nvPr/>
        </p:nvPicPr>
        <p:blipFill>
          <a:blip r:embed="rId4"/>
          <a:stretch>
            <a:fillRect/>
          </a:stretch>
        </p:blipFill>
        <p:spPr>
          <a:xfrm>
            <a:off x="3777321" y="951737"/>
            <a:ext cx="3399385" cy="3201926"/>
          </a:xfrm>
          <a:prstGeom prst="rect">
            <a:avLst/>
          </a:prstGeom>
        </p:spPr>
      </p:pic>
      <p:pic>
        <p:nvPicPr>
          <p:cNvPr id="9" name="Picture 8">
            <a:extLst>
              <a:ext uri="{FF2B5EF4-FFF2-40B4-BE49-F238E27FC236}">
                <a16:creationId xmlns:a16="http://schemas.microsoft.com/office/drawing/2014/main" id="{E29F657D-A14F-9929-7421-5125D1C88884}"/>
              </a:ext>
            </a:extLst>
          </p:cNvPr>
          <p:cNvPicPr>
            <a:picLocks noChangeAspect="1"/>
          </p:cNvPicPr>
          <p:nvPr/>
        </p:nvPicPr>
        <p:blipFill>
          <a:blip r:embed="rId5"/>
          <a:stretch>
            <a:fillRect/>
          </a:stretch>
        </p:blipFill>
        <p:spPr>
          <a:xfrm>
            <a:off x="7176706" y="1179576"/>
            <a:ext cx="1967294" cy="1982938"/>
          </a:xfrm>
          <a:prstGeom prst="rect">
            <a:avLst/>
          </a:prstGeom>
        </p:spPr>
      </p:pic>
    </p:spTree>
    <p:extLst>
      <p:ext uri="{BB962C8B-B14F-4D97-AF65-F5344CB8AC3E}">
        <p14:creationId xmlns:p14="http://schemas.microsoft.com/office/powerpoint/2010/main" val="41307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031B0CEF-3A20-3D70-8529-8DEC19045132}"/>
            </a:ext>
          </a:extLst>
        </p:cNvPr>
        <p:cNvGrpSpPr/>
        <p:nvPr/>
      </p:nvGrpSpPr>
      <p:grpSpPr>
        <a:xfrm>
          <a:off x="0" y="0"/>
          <a:ext cx="0" cy="0"/>
          <a:chOff x="0" y="0"/>
          <a:chExt cx="0" cy="0"/>
        </a:xfrm>
      </p:grpSpPr>
      <p:sp>
        <p:nvSpPr>
          <p:cNvPr id="28" name="Shape 26">
            <a:extLst>
              <a:ext uri="{FF2B5EF4-FFF2-40B4-BE49-F238E27FC236}">
                <a16:creationId xmlns:a16="http://schemas.microsoft.com/office/drawing/2014/main" id="{E64A5090-30A6-3F69-13A9-7CB751AA0FEB}"/>
              </a:ext>
            </a:extLst>
          </p:cNvPr>
          <p:cNvSpPr/>
          <p:nvPr/>
        </p:nvSpPr>
        <p:spPr>
          <a:xfrm>
            <a:off x="0" y="0"/>
            <a:ext cx="9144000" cy="36576"/>
          </a:xfrm>
          <a:prstGeom prst="rect">
            <a:avLst/>
          </a:prstGeom>
          <a:solidFill>
            <a:srgbClr val="F96532"/>
          </a:solidFill>
          <a:ln/>
        </p:spPr>
        <p:txBody>
          <a:bodyPr/>
          <a:lstStyle/>
          <a:p>
            <a:endParaRPr lang="en-GB"/>
          </a:p>
        </p:txBody>
      </p:sp>
      <p:sp>
        <p:nvSpPr>
          <p:cNvPr id="34" name="Shape 31">
            <a:extLst>
              <a:ext uri="{FF2B5EF4-FFF2-40B4-BE49-F238E27FC236}">
                <a16:creationId xmlns:a16="http://schemas.microsoft.com/office/drawing/2014/main" id="{C33AC51C-1845-3C1D-EB4D-66B54EEF483C}"/>
              </a:ext>
            </a:extLst>
          </p:cNvPr>
          <p:cNvSpPr/>
          <p:nvPr/>
        </p:nvSpPr>
        <p:spPr>
          <a:xfrm>
            <a:off x="0" y="5106924"/>
            <a:ext cx="9144000" cy="36576"/>
          </a:xfrm>
          <a:prstGeom prst="rect">
            <a:avLst/>
          </a:prstGeom>
          <a:solidFill>
            <a:srgbClr val="F96532"/>
          </a:solidFill>
          <a:ln/>
        </p:spPr>
        <p:txBody>
          <a:bodyPr/>
          <a:lstStyle/>
          <a:p>
            <a:endParaRPr lang="en-GB"/>
          </a:p>
        </p:txBody>
      </p:sp>
      <p:sp>
        <p:nvSpPr>
          <p:cNvPr id="38" name="DEMO_TagBg">
            <a:extLst>
              <a:ext uri="{FF2B5EF4-FFF2-40B4-BE49-F238E27FC236}">
                <a16:creationId xmlns:a16="http://schemas.microsoft.com/office/drawing/2014/main" id="{3D437246-ACA0-4B3F-B3C9-264C28952A8F}"/>
              </a:ext>
            </a:extLst>
          </p:cNvPr>
          <p:cNvSpPr/>
          <p:nvPr/>
        </p:nvSpPr>
        <p:spPr>
          <a:xfrm>
            <a:off x="304800" y="355600"/>
            <a:ext cx="16764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39" name="DEMO_TagText">
            <a:extLst>
              <a:ext uri="{FF2B5EF4-FFF2-40B4-BE49-F238E27FC236}">
                <a16:creationId xmlns:a16="http://schemas.microsoft.com/office/drawing/2014/main" id="{419ECAA7-61FE-4A37-8895-419FB6BD4519}"/>
              </a:ext>
            </a:extLst>
          </p:cNvPr>
          <p:cNvSpPr txBox="1"/>
          <p:nvPr/>
        </p:nvSpPr>
        <p:spPr>
          <a:xfrm>
            <a:off x="304800" y="355600"/>
            <a:ext cx="1676400" cy="279400"/>
          </a:xfrm>
          <a:prstGeom prst="rect">
            <a:avLst/>
          </a:prstGeom>
          <a:solidFill>
            <a:srgbClr val="F96532"/>
          </a:solidFill>
          <a:ln>
            <a:noFill/>
          </a:ln>
        </p:spPr>
        <p:txBody>
          <a:bodyPr vertOverflow="overflow" vert="horz" wrap="none" rtlCol="0" anchor="ctr" anchorCtr="0">
            <a:noAutofit/>
          </a:bodyPr>
          <a:lstStyle/>
          <a:p>
            <a:pPr algn="l"/>
            <a:r>
              <a:rPr lang="en-GB" sz="900" b="1">
                <a:solidFill>
                  <a:srgbClr val="FFFFFF"/>
                </a:solidFill>
                <a:latin typeface="Montserrat"/>
              </a:rPr>
              <a:t>04 · GENERATION</a:t>
            </a:r>
          </a:p>
        </p:txBody>
      </p:sp>
      <p:sp>
        <p:nvSpPr>
          <p:cNvPr id="40" name="DEMO_Title">
            <a:extLst>
              <a:ext uri="{FF2B5EF4-FFF2-40B4-BE49-F238E27FC236}">
                <a16:creationId xmlns:a16="http://schemas.microsoft.com/office/drawing/2014/main" id="{F827FC0A-436C-4C5C-9E91-1EFC7C189DE1}"/>
              </a:ext>
            </a:extLst>
          </p:cNvPr>
          <p:cNvSpPr txBox="1"/>
          <p:nvPr/>
        </p:nvSpPr>
        <p:spPr>
          <a:xfrm>
            <a:off x="2133600" y="330200"/>
            <a:ext cx="6096000" cy="330200"/>
          </a:xfrm>
          <a:prstGeom prst="rect">
            <a:avLst/>
          </a:prstGeom>
          <a:noFill/>
          <a:ln>
            <a:noFill/>
          </a:ln>
        </p:spPr>
        <p:txBody>
          <a:bodyPr vertOverflow="overflow" vert="horz" wrap="square" rtlCol="0" anchor="ctr" anchorCtr="0">
            <a:noAutofit/>
          </a:bodyPr>
          <a:lstStyle/>
          <a:p>
            <a:pPr algn="l"/>
            <a:r>
              <a:rPr lang="en-GB" b="1">
                <a:solidFill>
                  <a:srgbClr val="FFFFFF"/>
                </a:solidFill>
                <a:latin typeface="Montserrat"/>
              </a:rPr>
              <a:t>Drafting that flags what doesn't add up</a:t>
            </a:r>
          </a:p>
        </p:txBody>
      </p:sp>
      <p:sp>
        <p:nvSpPr>
          <p:cNvPr id="41" name="DEMO_CapBg">
            <a:extLst>
              <a:ext uri="{FF2B5EF4-FFF2-40B4-BE49-F238E27FC236}">
                <a16:creationId xmlns:a16="http://schemas.microsoft.com/office/drawing/2014/main" id="{05416420-A88D-466D-B3DE-82C89E6006EF}"/>
              </a:ext>
            </a:extLst>
          </p:cNvPr>
          <p:cNvSpPr/>
          <p:nvPr/>
        </p:nvSpPr>
        <p:spPr>
          <a:xfrm>
            <a:off x="0" y="4445000"/>
            <a:ext cx="9144000" cy="482600"/>
          </a:xfrm>
          <a:prstGeom prst="rect">
            <a:avLst/>
          </a:prstGeom>
          <a:solidFill>
            <a:srgbClr val="161B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2" name="DEMO_CapText">
            <a:extLst>
              <a:ext uri="{FF2B5EF4-FFF2-40B4-BE49-F238E27FC236}">
                <a16:creationId xmlns:a16="http://schemas.microsoft.com/office/drawing/2014/main" id="{8E2278E6-F4F4-4C2D-A17C-69F1942603B6}"/>
              </a:ext>
            </a:extLst>
          </p:cNvPr>
          <p:cNvSpPr txBox="1"/>
          <p:nvPr/>
        </p:nvSpPr>
        <p:spPr>
          <a:xfrm>
            <a:off x="457200" y="4495800"/>
            <a:ext cx="8229600" cy="381000"/>
          </a:xfrm>
          <a:prstGeom prst="rect">
            <a:avLst/>
          </a:prstGeom>
          <a:solidFill>
            <a:srgbClr val="161B22"/>
          </a:solidFill>
          <a:ln>
            <a:noFill/>
          </a:ln>
        </p:spPr>
        <p:txBody>
          <a:bodyPr vertOverflow="overflow" vert="horz" wrap="square" rtlCol="0" anchor="ctr" anchorCtr="0">
            <a:noAutofit/>
          </a:bodyPr>
          <a:lstStyle/>
          <a:p>
            <a:pPr algn="l"/>
            <a:r>
              <a:rPr lang="en-GB" sz="1200">
                <a:solidFill>
                  <a:srgbClr val="E5E7EB"/>
                </a:solidFill>
                <a:latin typeface="Open Sans"/>
                <a:ea typeface="Open Sans"/>
                <a:cs typeface="Open Sans"/>
              </a:rPr>
              <a:t>Section-by-section drafting from your sources — and a cross-document warning when the numbers disagree.</a:t>
            </a:r>
          </a:p>
        </p:txBody>
      </p:sp>
      <p:pic>
        <p:nvPicPr>
          <p:cNvPr id="13" name="Picture 12">
            <a:extLst>
              <a:ext uri="{FF2B5EF4-FFF2-40B4-BE49-F238E27FC236}">
                <a16:creationId xmlns:a16="http://schemas.microsoft.com/office/drawing/2014/main" id="{07064EBE-349A-45A1-FFBB-43C4D1C2A305}"/>
              </a:ext>
            </a:extLst>
          </p:cNvPr>
          <p:cNvPicPr>
            <a:picLocks noChangeAspect="1"/>
          </p:cNvPicPr>
          <p:nvPr/>
        </p:nvPicPr>
        <p:blipFill>
          <a:blip r:embed="rId3"/>
          <a:stretch>
            <a:fillRect/>
          </a:stretch>
        </p:blipFill>
        <p:spPr>
          <a:xfrm>
            <a:off x="1" y="660401"/>
            <a:ext cx="7311112" cy="746146"/>
          </a:xfrm>
          <a:prstGeom prst="rect">
            <a:avLst/>
          </a:prstGeom>
        </p:spPr>
      </p:pic>
      <p:pic>
        <p:nvPicPr>
          <p:cNvPr id="15" name="Picture 14">
            <a:extLst>
              <a:ext uri="{FF2B5EF4-FFF2-40B4-BE49-F238E27FC236}">
                <a16:creationId xmlns:a16="http://schemas.microsoft.com/office/drawing/2014/main" id="{DAF7E218-B766-6456-C04E-2278160314E7}"/>
              </a:ext>
            </a:extLst>
          </p:cNvPr>
          <p:cNvPicPr>
            <a:picLocks noChangeAspect="1"/>
          </p:cNvPicPr>
          <p:nvPr/>
        </p:nvPicPr>
        <p:blipFill>
          <a:blip r:embed="rId4"/>
          <a:srcRect r="9966"/>
          <a:stretch>
            <a:fillRect/>
          </a:stretch>
        </p:blipFill>
        <p:spPr>
          <a:xfrm>
            <a:off x="2209798" y="1431947"/>
            <a:ext cx="5076825" cy="3036278"/>
          </a:xfrm>
          <a:prstGeom prst="rect">
            <a:avLst/>
          </a:prstGeom>
        </p:spPr>
      </p:pic>
      <p:pic>
        <p:nvPicPr>
          <p:cNvPr id="17" name="Picture 16">
            <a:extLst>
              <a:ext uri="{FF2B5EF4-FFF2-40B4-BE49-F238E27FC236}">
                <a16:creationId xmlns:a16="http://schemas.microsoft.com/office/drawing/2014/main" id="{B7D24197-156A-D1CB-30D3-B8D74EB96ED3}"/>
              </a:ext>
            </a:extLst>
          </p:cNvPr>
          <p:cNvPicPr>
            <a:picLocks noChangeAspect="1"/>
          </p:cNvPicPr>
          <p:nvPr/>
        </p:nvPicPr>
        <p:blipFill>
          <a:blip r:embed="rId5"/>
          <a:stretch>
            <a:fillRect/>
          </a:stretch>
        </p:blipFill>
        <p:spPr>
          <a:xfrm>
            <a:off x="7286624" y="690150"/>
            <a:ext cx="1857375" cy="3780250"/>
          </a:xfrm>
          <a:prstGeom prst="rect">
            <a:avLst/>
          </a:prstGeom>
        </p:spPr>
      </p:pic>
      <p:pic>
        <p:nvPicPr>
          <p:cNvPr id="23" name="Picture 22">
            <a:extLst>
              <a:ext uri="{FF2B5EF4-FFF2-40B4-BE49-F238E27FC236}">
                <a16:creationId xmlns:a16="http://schemas.microsoft.com/office/drawing/2014/main" id="{9E882FCA-D87B-CA85-6C04-893BD672FF9E}"/>
              </a:ext>
            </a:extLst>
          </p:cNvPr>
          <p:cNvPicPr>
            <a:picLocks noChangeAspect="1"/>
          </p:cNvPicPr>
          <p:nvPr/>
        </p:nvPicPr>
        <p:blipFill>
          <a:blip r:embed="rId6"/>
          <a:stretch>
            <a:fillRect/>
          </a:stretch>
        </p:blipFill>
        <p:spPr>
          <a:xfrm>
            <a:off x="1" y="1519923"/>
            <a:ext cx="1928812" cy="483365"/>
          </a:xfrm>
          <a:prstGeom prst="rect">
            <a:avLst/>
          </a:prstGeom>
        </p:spPr>
      </p:pic>
      <p:pic>
        <p:nvPicPr>
          <p:cNvPr id="25" name="Picture 24">
            <a:extLst>
              <a:ext uri="{FF2B5EF4-FFF2-40B4-BE49-F238E27FC236}">
                <a16:creationId xmlns:a16="http://schemas.microsoft.com/office/drawing/2014/main" id="{5998794F-D5BC-C658-A3FD-6815D31430C5}"/>
              </a:ext>
            </a:extLst>
          </p:cNvPr>
          <p:cNvPicPr>
            <a:picLocks noChangeAspect="1"/>
          </p:cNvPicPr>
          <p:nvPr/>
        </p:nvPicPr>
        <p:blipFill>
          <a:blip r:embed="rId7"/>
          <a:stretch>
            <a:fillRect/>
          </a:stretch>
        </p:blipFill>
        <p:spPr>
          <a:xfrm>
            <a:off x="0" y="4207543"/>
            <a:ext cx="2148167" cy="189708"/>
          </a:xfrm>
          <a:prstGeom prst="rect">
            <a:avLst/>
          </a:prstGeom>
        </p:spPr>
      </p:pic>
      <p:pic>
        <p:nvPicPr>
          <p:cNvPr id="27" name="Picture 26">
            <a:extLst>
              <a:ext uri="{FF2B5EF4-FFF2-40B4-BE49-F238E27FC236}">
                <a16:creationId xmlns:a16="http://schemas.microsoft.com/office/drawing/2014/main" id="{EB69277A-04D5-ED2E-AFF7-21CFF483B0C9}"/>
              </a:ext>
            </a:extLst>
          </p:cNvPr>
          <p:cNvPicPr>
            <a:picLocks noChangeAspect="1"/>
          </p:cNvPicPr>
          <p:nvPr/>
        </p:nvPicPr>
        <p:blipFill>
          <a:blip r:embed="rId8"/>
          <a:stretch>
            <a:fillRect/>
          </a:stretch>
        </p:blipFill>
        <p:spPr>
          <a:xfrm>
            <a:off x="1" y="3279157"/>
            <a:ext cx="1801640" cy="331645"/>
          </a:xfrm>
          <a:prstGeom prst="rect">
            <a:avLst/>
          </a:prstGeom>
        </p:spPr>
      </p:pic>
      <p:pic>
        <p:nvPicPr>
          <p:cNvPr id="30" name="Picture 29">
            <a:extLst>
              <a:ext uri="{FF2B5EF4-FFF2-40B4-BE49-F238E27FC236}">
                <a16:creationId xmlns:a16="http://schemas.microsoft.com/office/drawing/2014/main" id="{0044015E-3751-9687-E513-B9D4C836C69F}"/>
              </a:ext>
            </a:extLst>
          </p:cNvPr>
          <p:cNvPicPr>
            <a:picLocks noChangeAspect="1"/>
          </p:cNvPicPr>
          <p:nvPr/>
        </p:nvPicPr>
        <p:blipFill>
          <a:blip r:embed="rId9"/>
          <a:stretch>
            <a:fillRect/>
          </a:stretch>
        </p:blipFill>
        <p:spPr>
          <a:xfrm>
            <a:off x="-10082" y="3658550"/>
            <a:ext cx="1740765" cy="435191"/>
          </a:xfrm>
          <a:prstGeom prst="rect">
            <a:avLst/>
          </a:prstGeom>
        </p:spPr>
      </p:pic>
      <p:pic>
        <p:nvPicPr>
          <p:cNvPr id="32" name="Picture 31">
            <a:extLst>
              <a:ext uri="{FF2B5EF4-FFF2-40B4-BE49-F238E27FC236}">
                <a16:creationId xmlns:a16="http://schemas.microsoft.com/office/drawing/2014/main" id="{F273C979-0B47-CF3E-DC3A-0BF874F04146}"/>
              </a:ext>
            </a:extLst>
          </p:cNvPr>
          <p:cNvPicPr>
            <a:picLocks noChangeAspect="1"/>
          </p:cNvPicPr>
          <p:nvPr/>
        </p:nvPicPr>
        <p:blipFill>
          <a:blip r:embed="rId10"/>
          <a:stretch>
            <a:fillRect/>
          </a:stretch>
        </p:blipFill>
        <p:spPr>
          <a:xfrm>
            <a:off x="-10082" y="2127030"/>
            <a:ext cx="1938895" cy="534682"/>
          </a:xfrm>
          <a:prstGeom prst="rect">
            <a:avLst/>
          </a:prstGeom>
        </p:spPr>
      </p:pic>
      <p:pic>
        <p:nvPicPr>
          <p:cNvPr id="35" name="Picture 34">
            <a:extLst>
              <a:ext uri="{FF2B5EF4-FFF2-40B4-BE49-F238E27FC236}">
                <a16:creationId xmlns:a16="http://schemas.microsoft.com/office/drawing/2014/main" id="{E054D2AF-D9F5-51E7-F638-738961A77D8E}"/>
              </a:ext>
            </a:extLst>
          </p:cNvPr>
          <p:cNvPicPr>
            <a:picLocks noChangeAspect="1"/>
          </p:cNvPicPr>
          <p:nvPr/>
        </p:nvPicPr>
        <p:blipFill>
          <a:blip r:embed="rId11"/>
          <a:stretch>
            <a:fillRect/>
          </a:stretch>
        </p:blipFill>
        <p:spPr>
          <a:xfrm>
            <a:off x="0" y="2702571"/>
            <a:ext cx="1928927" cy="543203"/>
          </a:xfrm>
          <a:prstGeom prst="rect">
            <a:avLst/>
          </a:prstGeom>
        </p:spPr>
      </p:pic>
    </p:spTree>
    <p:extLst>
      <p:ext uri="{BB962C8B-B14F-4D97-AF65-F5344CB8AC3E}">
        <p14:creationId xmlns:p14="http://schemas.microsoft.com/office/powerpoint/2010/main" val="34843424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6A80A3D6-7A4B-F077-80AF-D4C460696498}"/>
            </a:ext>
          </a:extLst>
        </p:cNvPr>
        <p:cNvGrpSpPr/>
        <p:nvPr/>
      </p:nvGrpSpPr>
      <p:grpSpPr>
        <a:xfrm>
          <a:off x="0" y="0"/>
          <a:ext cx="0" cy="0"/>
          <a:chOff x="0" y="0"/>
          <a:chExt cx="0" cy="0"/>
        </a:xfrm>
      </p:grpSpPr>
      <p:sp>
        <p:nvSpPr>
          <p:cNvPr id="28" name="Shape 26">
            <a:extLst>
              <a:ext uri="{FF2B5EF4-FFF2-40B4-BE49-F238E27FC236}">
                <a16:creationId xmlns:a16="http://schemas.microsoft.com/office/drawing/2014/main" id="{70DC6DFB-DD4A-BBEB-BAB3-46E2DCBFB363}"/>
              </a:ext>
            </a:extLst>
          </p:cNvPr>
          <p:cNvSpPr/>
          <p:nvPr/>
        </p:nvSpPr>
        <p:spPr>
          <a:xfrm>
            <a:off x="0" y="0"/>
            <a:ext cx="9144000" cy="36576"/>
          </a:xfrm>
          <a:prstGeom prst="rect">
            <a:avLst/>
          </a:prstGeom>
          <a:solidFill>
            <a:srgbClr val="F96532"/>
          </a:solidFill>
          <a:ln/>
        </p:spPr>
        <p:txBody>
          <a:bodyPr/>
          <a:lstStyle/>
          <a:p>
            <a:endParaRPr lang="en-GB"/>
          </a:p>
        </p:txBody>
      </p:sp>
      <p:sp>
        <p:nvSpPr>
          <p:cNvPr id="34" name="Shape 31">
            <a:extLst>
              <a:ext uri="{FF2B5EF4-FFF2-40B4-BE49-F238E27FC236}">
                <a16:creationId xmlns:a16="http://schemas.microsoft.com/office/drawing/2014/main" id="{7E71F7F1-8E2B-3CD2-8474-3DE1FE9046CB}"/>
              </a:ext>
            </a:extLst>
          </p:cNvPr>
          <p:cNvSpPr/>
          <p:nvPr/>
        </p:nvSpPr>
        <p:spPr>
          <a:xfrm>
            <a:off x="0" y="5106924"/>
            <a:ext cx="9144000" cy="36576"/>
          </a:xfrm>
          <a:prstGeom prst="rect">
            <a:avLst/>
          </a:prstGeom>
          <a:solidFill>
            <a:srgbClr val="F96532"/>
          </a:solidFill>
          <a:ln/>
        </p:spPr>
        <p:txBody>
          <a:bodyPr/>
          <a:lstStyle/>
          <a:p>
            <a:endParaRPr lang="en-GB"/>
          </a:p>
        </p:txBody>
      </p:sp>
      <p:sp>
        <p:nvSpPr>
          <p:cNvPr id="45" name="Rectangle 44">
            <a:extLst>
              <a:ext uri="{FF2B5EF4-FFF2-40B4-BE49-F238E27FC236}">
                <a16:creationId xmlns:a16="http://schemas.microsoft.com/office/drawing/2014/main" id="{3B22DA34-6F5D-4799-0D71-CD670822005F}"/>
              </a:ext>
            </a:extLst>
          </p:cNvPr>
          <p:cNvSpPr/>
          <p:nvPr/>
        </p:nvSpPr>
        <p:spPr>
          <a:xfrm>
            <a:off x="304800" y="355600"/>
            <a:ext cx="21336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 name="TextBox 45">
            <a:extLst>
              <a:ext uri="{FF2B5EF4-FFF2-40B4-BE49-F238E27FC236}">
                <a16:creationId xmlns:a16="http://schemas.microsoft.com/office/drawing/2014/main" id="{B12DF2A8-690A-9362-59B3-6A78B6DB8755}"/>
              </a:ext>
            </a:extLst>
          </p:cNvPr>
          <p:cNvSpPr txBox="1"/>
          <p:nvPr/>
        </p:nvSpPr>
        <p:spPr>
          <a:xfrm>
            <a:off x="304800" y="355600"/>
            <a:ext cx="2133600" cy="279400"/>
          </a:xfrm>
          <a:prstGeom prst="rect">
            <a:avLst/>
          </a:prstGeom>
          <a:solidFill>
            <a:srgbClr val="F96532"/>
          </a:solidFill>
          <a:ln>
            <a:noFill/>
          </a:ln>
        </p:spPr>
        <p:txBody>
          <a:bodyPr vertOverflow="overflow" vert="horz" wrap="none" rtlCol="0" anchor="ctr" anchorCtr="0">
            <a:noAutofit/>
          </a:bodyPr>
          <a:lstStyle/>
          <a:p>
            <a:pPr algn="l"/>
            <a:r>
              <a:rPr lang="en-GB" sz="900" b="1" dirty="0">
                <a:solidFill>
                  <a:srgbClr val="FFFFFF"/>
                </a:solidFill>
                <a:latin typeface="Montserrat"/>
              </a:rPr>
              <a:t>05 · What’s behind this</a:t>
            </a:r>
          </a:p>
        </p:txBody>
      </p:sp>
      <p:sp>
        <p:nvSpPr>
          <p:cNvPr id="47" name="TextBox 46">
            <a:extLst>
              <a:ext uri="{FF2B5EF4-FFF2-40B4-BE49-F238E27FC236}">
                <a16:creationId xmlns:a16="http://schemas.microsoft.com/office/drawing/2014/main" id="{6FE58507-3FC2-8BE1-E335-2AD2B4876F92}"/>
              </a:ext>
            </a:extLst>
          </p:cNvPr>
          <p:cNvSpPr txBox="1"/>
          <p:nvPr/>
        </p:nvSpPr>
        <p:spPr>
          <a:xfrm>
            <a:off x="2590800" y="330200"/>
            <a:ext cx="6496050" cy="330200"/>
          </a:xfrm>
          <a:prstGeom prst="rect">
            <a:avLst/>
          </a:prstGeom>
          <a:noFill/>
          <a:ln>
            <a:noFill/>
          </a:ln>
        </p:spPr>
        <p:txBody>
          <a:bodyPr vertOverflow="overflow" vert="horz" wrap="square" rtlCol="0" anchor="ctr" anchorCtr="0">
            <a:noAutofit/>
          </a:bodyPr>
          <a:lstStyle/>
          <a:p>
            <a:pPr algn="l"/>
            <a:r>
              <a:rPr lang="en-GB" b="1" dirty="0">
                <a:solidFill>
                  <a:srgbClr val="FFFFFF"/>
                </a:solidFill>
                <a:latin typeface="Montserrat"/>
              </a:rPr>
              <a:t>How would an engineer search through knowledge</a:t>
            </a:r>
          </a:p>
        </p:txBody>
      </p:sp>
      <p:sp>
        <p:nvSpPr>
          <p:cNvPr id="48" name="Rectangle 47">
            <a:extLst>
              <a:ext uri="{FF2B5EF4-FFF2-40B4-BE49-F238E27FC236}">
                <a16:creationId xmlns:a16="http://schemas.microsoft.com/office/drawing/2014/main" id="{DDFFCB78-EA9A-8E1F-5CBE-14476C0124F9}"/>
              </a:ext>
            </a:extLst>
          </p:cNvPr>
          <p:cNvSpPr/>
          <p:nvPr/>
        </p:nvSpPr>
        <p:spPr>
          <a:xfrm>
            <a:off x="0" y="4800600"/>
            <a:ext cx="9144000" cy="304800"/>
          </a:xfrm>
          <a:prstGeom prst="rect">
            <a:avLst/>
          </a:prstGeom>
          <a:solidFill>
            <a:srgbClr val="161B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 name="TextBox 48">
            <a:extLst>
              <a:ext uri="{FF2B5EF4-FFF2-40B4-BE49-F238E27FC236}">
                <a16:creationId xmlns:a16="http://schemas.microsoft.com/office/drawing/2014/main" id="{179C28CA-6E7D-6E3A-2226-2767B56E9782}"/>
              </a:ext>
            </a:extLst>
          </p:cNvPr>
          <p:cNvSpPr txBox="1"/>
          <p:nvPr/>
        </p:nvSpPr>
        <p:spPr>
          <a:xfrm>
            <a:off x="457200" y="4826000"/>
            <a:ext cx="8229600" cy="254000"/>
          </a:xfrm>
          <a:prstGeom prst="rect">
            <a:avLst/>
          </a:prstGeom>
          <a:solidFill>
            <a:srgbClr val="161B22"/>
          </a:solidFill>
          <a:ln>
            <a:noFill/>
          </a:ln>
        </p:spPr>
        <p:txBody>
          <a:bodyPr vertOverflow="overflow" vert="horz" wrap="square" rtlCol="0" anchor="ctr" anchorCtr="0">
            <a:noAutofit/>
          </a:bodyPr>
          <a:lstStyle/>
          <a:p>
            <a:pPr algn="l"/>
            <a:r>
              <a:rPr lang="en-GB" sz="1100" dirty="0">
                <a:solidFill>
                  <a:srgbClr val="E5E7EB"/>
                </a:solidFill>
                <a:latin typeface="Open Sans"/>
                <a:ea typeface="Open Sans"/>
                <a:cs typeface="Open Sans"/>
              </a:rPr>
              <a:t>Knowledge navigation and traversing based on Railway’s specific taxonomy and ontology. No hallucination</a:t>
            </a:r>
          </a:p>
        </p:txBody>
      </p:sp>
      <p:pic>
        <p:nvPicPr>
          <p:cNvPr id="8" name="Picture 7">
            <a:extLst>
              <a:ext uri="{FF2B5EF4-FFF2-40B4-BE49-F238E27FC236}">
                <a16:creationId xmlns:a16="http://schemas.microsoft.com/office/drawing/2014/main" id="{FBFA0374-D4E3-F85B-A6F7-DA486E708A21}"/>
              </a:ext>
            </a:extLst>
          </p:cNvPr>
          <p:cNvPicPr>
            <a:picLocks noChangeAspect="1"/>
          </p:cNvPicPr>
          <p:nvPr/>
        </p:nvPicPr>
        <p:blipFill>
          <a:blip r:embed="rId3"/>
          <a:srcRect l="31519" r="28800"/>
          <a:stretch>
            <a:fillRect/>
          </a:stretch>
        </p:blipFill>
        <p:spPr>
          <a:xfrm>
            <a:off x="734236" y="737449"/>
            <a:ext cx="3628418" cy="3960702"/>
          </a:xfrm>
          <a:prstGeom prst="rect">
            <a:avLst/>
          </a:prstGeom>
        </p:spPr>
      </p:pic>
      <p:pic>
        <p:nvPicPr>
          <p:cNvPr id="10" name="Picture 9">
            <a:extLst>
              <a:ext uri="{FF2B5EF4-FFF2-40B4-BE49-F238E27FC236}">
                <a16:creationId xmlns:a16="http://schemas.microsoft.com/office/drawing/2014/main" id="{70129C8B-436C-C923-A5CD-FCB037E037E9}"/>
              </a:ext>
            </a:extLst>
          </p:cNvPr>
          <p:cNvPicPr>
            <a:picLocks noChangeAspect="1"/>
          </p:cNvPicPr>
          <p:nvPr/>
        </p:nvPicPr>
        <p:blipFill>
          <a:blip r:embed="rId4"/>
          <a:srcRect l="23345" r="27294"/>
          <a:stretch>
            <a:fillRect/>
          </a:stretch>
        </p:blipFill>
        <p:spPr>
          <a:xfrm>
            <a:off x="4215824" y="718399"/>
            <a:ext cx="4513635" cy="3960702"/>
          </a:xfrm>
          <a:prstGeom prst="rect">
            <a:avLst/>
          </a:prstGeom>
        </p:spPr>
      </p:pic>
    </p:spTree>
    <p:extLst>
      <p:ext uri="{BB962C8B-B14F-4D97-AF65-F5344CB8AC3E}">
        <p14:creationId xmlns:p14="http://schemas.microsoft.com/office/powerpoint/2010/main" val="1103564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A5D28749-F6B2-6814-4E2A-72E31B5C1B4B}"/>
            </a:ext>
          </a:extLst>
        </p:cNvPr>
        <p:cNvGrpSpPr/>
        <p:nvPr/>
      </p:nvGrpSpPr>
      <p:grpSpPr>
        <a:xfrm>
          <a:off x="0" y="0"/>
          <a:ext cx="0" cy="0"/>
          <a:chOff x="0" y="0"/>
          <a:chExt cx="0" cy="0"/>
        </a:xfrm>
      </p:grpSpPr>
      <p:sp>
        <p:nvSpPr>
          <p:cNvPr id="28" name="Shape 26">
            <a:extLst>
              <a:ext uri="{FF2B5EF4-FFF2-40B4-BE49-F238E27FC236}">
                <a16:creationId xmlns:a16="http://schemas.microsoft.com/office/drawing/2014/main" id="{3067B319-D3E7-767D-05F7-7354D2546B9D}"/>
              </a:ext>
            </a:extLst>
          </p:cNvPr>
          <p:cNvSpPr/>
          <p:nvPr/>
        </p:nvSpPr>
        <p:spPr>
          <a:xfrm>
            <a:off x="0" y="0"/>
            <a:ext cx="9144000" cy="36576"/>
          </a:xfrm>
          <a:prstGeom prst="rect">
            <a:avLst/>
          </a:prstGeom>
          <a:solidFill>
            <a:srgbClr val="F96532"/>
          </a:solidFill>
          <a:ln/>
        </p:spPr>
        <p:txBody>
          <a:bodyPr/>
          <a:lstStyle/>
          <a:p>
            <a:endParaRPr lang="en-GB"/>
          </a:p>
        </p:txBody>
      </p:sp>
      <p:sp>
        <p:nvSpPr>
          <p:cNvPr id="34" name="Shape 31">
            <a:extLst>
              <a:ext uri="{FF2B5EF4-FFF2-40B4-BE49-F238E27FC236}">
                <a16:creationId xmlns:a16="http://schemas.microsoft.com/office/drawing/2014/main" id="{F36FD014-1234-513E-9AB3-F9DD3B898882}"/>
              </a:ext>
            </a:extLst>
          </p:cNvPr>
          <p:cNvSpPr/>
          <p:nvPr/>
        </p:nvSpPr>
        <p:spPr>
          <a:xfrm>
            <a:off x="0" y="5106924"/>
            <a:ext cx="9144000" cy="36576"/>
          </a:xfrm>
          <a:prstGeom prst="rect">
            <a:avLst/>
          </a:prstGeom>
          <a:solidFill>
            <a:srgbClr val="F96532"/>
          </a:solidFill>
          <a:ln/>
        </p:spPr>
        <p:txBody>
          <a:bodyPr/>
          <a:lstStyle/>
          <a:p>
            <a:endParaRPr lang="en-GB"/>
          </a:p>
        </p:txBody>
      </p:sp>
      <p:pic>
        <p:nvPicPr>
          <p:cNvPr id="41" name="Picture 40">
            <a:extLst>
              <a:ext uri="{FF2B5EF4-FFF2-40B4-BE49-F238E27FC236}">
                <a16:creationId xmlns:a16="http://schemas.microsoft.com/office/drawing/2014/main" id="{B261A9C0-2B0F-89EA-35B0-CF78691E4249}"/>
              </a:ext>
            </a:extLst>
          </p:cNvPr>
          <p:cNvPicPr>
            <a:picLocks noChangeAspect="1"/>
          </p:cNvPicPr>
          <p:nvPr/>
        </p:nvPicPr>
        <p:blipFill>
          <a:blip r:embed="rId3"/>
          <a:stretch>
            <a:fillRect/>
          </a:stretch>
        </p:blipFill>
        <p:spPr>
          <a:xfrm>
            <a:off x="82550" y="954024"/>
            <a:ext cx="3302000" cy="3429000"/>
          </a:xfrm>
          <a:prstGeom prst="rect">
            <a:avLst/>
          </a:prstGeom>
        </p:spPr>
      </p:pic>
      <p:pic>
        <p:nvPicPr>
          <p:cNvPr id="43" name="Picture 42">
            <a:extLst>
              <a:ext uri="{FF2B5EF4-FFF2-40B4-BE49-F238E27FC236}">
                <a16:creationId xmlns:a16="http://schemas.microsoft.com/office/drawing/2014/main" id="{201B589D-C764-9928-3AD8-003338F1256C}"/>
              </a:ext>
            </a:extLst>
          </p:cNvPr>
          <p:cNvPicPr>
            <a:picLocks noChangeAspect="1"/>
          </p:cNvPicPr>
          <p:nvPr/>
        </p:nvPicPr>
        <p:blipFill>
          <a:blip r:embed="rId4"/>
          <a:stretch>
            <a:fillRect/>
          </a:stretch>
        </p:blipFill>
        <p:spPr>
          <a:xfrm>
            <a:off x="3506787" y="954024"/>
            <a:ext cx="2393950" cy="3429000"/>
          </a:xfrm>
          <a:prstGeom prst="rect">
            <a:avLst/>
          </a:prstGeom>
        </p:spPr>
      </p:pic>
      <p:sp>
        <p:nvSpPr>
          <p:cNvPr id="45" name="Rectangle 44">
            <a:extLst>
              <a:ext uri="{FF2B5EF4-FFF2-40B4-BE49-F238E27FC236}">
                <a16:creationId xmlns:a16="http://schemas.microsoft.com/office/drawing/2014/main" id="{8CC437D0-1D74-4E8B-9520-62DC78A31120}"/>
              </a:ext>
            </a:extLst>
          </p:cNvPr>
          <p:cNvSpPr/>
          <p:nvPr/>
        </p:nvSpPr>
        <p:spPr>
          <a:xfrm>
            <a:off x="304800" y="355600"/>
            <a:ext cx="21336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 name="TextBox 45">
            <a:extLst>
              <a:ext uri="{FF2B5EF4-FFF2-40B4-BE49-F238E27FC236}">
                <a16:creationId xmlns:a16="http://schemas.microsoft.com/office/drawing/2014/main" id="{151E8DA7-A35B-414C-B509-3D78B4E25F16}"/>
              </a:ext>
            </a:extLst>
          </p:cNvPr>
          <p:cNvSpPr txBox="1"/>
          <p:nvPr/>
        </p:nvSpPr>
        <p:spPr>
          <a:xfrm>
            <a:off x="304800" y="355600"/>
            <a:ext cx="2133600" cy="279400"/>
          </a:xfrm>
          <a:prstGeom prst="rect">
            <a:avLst/>
          </a:prstGeom>
          <a:solidFill>
            <a:srgbClr val="F96532"/>
          </a:solidFill>
          <a:ln>
            <a:noFill/>
          </a:ln>
        </p:spPr>
        <p:txBody>
          <a:bodyPr vertOverflow="overflow" vert="horz" wrap="none" rtlCol="0" anchor="ctr" anchorCtr="0">
            <a:noAutofit/>
          </a:bodyPr>
          <a:lstStyle/>
          <a:p>
            <a:pPr algn="l"/>
            <a:r>
              <a:rPr lang="en-GB" sz="900" b="1" dirty="0">
                <a:solidFill>
                  <a:srgbClr val="FFFFFF"/>
                </a:solidFill>
                <a:latin typeface="Montserrat"/>
              </a:rPr>
              <a:t>06 · TRACEABILITY</a:t>
            </a:r>
          </a:p>
        </p:txBody>
      </p:sp>
      <p:sp>
        <p:nvSpPr>
          <p:cNvPr id="47" name="TextBox 46">
            <a:extLst>
              <a:ext uri="{FF2B5EF4-FFF2-40B4-BE49-F238E27FC236}">
                <a16:creationId xmlns:a16="http://schemas.microsoft.com/office/drawing/2014/main" id="{DFF87E00-F846-4998-9F9E-A6D90FFD5D45}"/>
              </a:ext>
            </a:extLst>
          </p:cNvPr>
          <p:cNvSpPr txBox="1"/>
          <p:nvPr/>
        </p:nvSpPr>
        <p:spPr>
          <a:xfrm>
            <a:off x="2590800" y="330200"/>
            <a:ext cx="6096000" cy="330200"/>
          </a:xfrm>
          <a:prstGeom prst="rect">
            <a:avLst/>
          </a:prstGeom>
          <a:noFill/>
          <a:ln>
            <a:noFill/>
          </a:ln>
        </p:spPr>
        <p:txBody>
          <a:bodyPr vertOverflow="overflow" vert="horz" wrap="square" rtlCol="0" anchor="ctr" anchorCtr="0">
            <a:noAutofit/>
          </a:bodyPr>
          <a:lstStyle/>
          <a:p>
            <a:pPr algn="l"/>
            <a:r>
              <a:rPr lang="en-GB" b="1">
                <a:solidFill>
                  <a:srgbClr val="FFFFFF"/>
                </a:solidFill>
                <a:latin typeface="Montserrat"/>
              </a:rPr>
              <a:t>Every required field, traced to source</a:t>
            </a:r>
          </a:p>
        </p:txBody>
      </p:sp>
      <p:sp>
        <p:nvSpPr>
          <p:cNvPr id="48" name="Rectangle 47">
            <a:extLst>
              <a:ext uri="{FF2B5EF4-FFF2-40B4-BE49-F238E27FC236}">
                <a16:creationId xmlns:a16="http://schemas.microsoft.com/office/drawing/2014/main" id="{6AFB7504-F840-483B-9D1D-1B8165FEAFD4}"/>
              </a:ext>
            </a:extLst>
          </p:cNvPr>
          <p:cNvSpPr/>
          <p:nvPr/>
        </p:nvSpPr>
        <p:spPr>
          <a:xfrm>
            <a:off x="0" y="4800600"/>
            <a:ext cx="9144000" cy="304800"/>
          </a:xfrm>
          <a:prstGeom prst="rect">
            <a:avLst/>
          </a:prstGeom>
          <a:solidFill>
            <a:srgbClr val="161B2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9" name="TextBox 48">
            <a:extLst>
              <a:ext uri="{FF2B5EF4-FFF2-40B4-BE49-F238E27FC236}">
                <a16:creationId xmlns:a16="http://schemas.microsoft.com/office/drawing/2014/main" id="{DC638A12-B5C0-4F53-882C-E31277455653}"/>
              </a:ext>
            </a:extLst>
          </p:cNvPr>
          <p:cNvSpPr txBox="1"/>
          <p:nvPr/>
        </p:nvSpPr>
        <p:spPr>
          <a:xfrm>
            <a:off x="457200" y="4826000"/>
            <a:ext cx="8229600" cy="254000"/>
          </a:xfrm>
          <a:prstGeom prst="rect">
            <a:avLst/>
          </a:prstGeom>
          <a:solidFill>
            <a:srgbClr val="161B22"/>
          </a:solidFill>
          <a:ln>
            <a:noFill/>
          </a:ln>
        </p:spPr>
        <p:txBody>
          <a:bodyPr vertOverflow="overflow" vert="horz" wrap="square" rtlCol="0" anchor="ctr" anchorCtr="0">
            <a:noAutofit/>
          </a:bodyPr>
          <a:lstStyle/>
          <a:p>
            <a:pPr algn="l"/>
            <a:r>
              <a:rPr lang="en-GB" sz="1100">
                <a:solidFill>
                  <a:srgbClr val="E5E7EB"/>
                </a:solidFill>
                <a:latin typeface="Open Sans"/>
                <a:ea typeface="Open Sans"/>
                <a:cs typeface="Open Sans"/>
              </a:rPr>
              <a:t>Source clauses, satisfaction evidence, and engineer-confirmed exceptions — for every field a Form G demands.</a:t>
            </a:r>
          </a:p>
        </p:txBody>
      </p:sp>
      <p:pic>
        <p:nvPicPr>
          <p:cNvPr id="3" name="Picture 2">
            <a:extLst>
              <a:ext uri="{FF2B5EF4-FFF2-40B4-BE49-F238E27FC236}">
                <a16:creationId xmlns:a16="http://schemas.microsoft.com/office/drawing/2014/main" id="{0AD6C422-0F64-AF6E-1705-7FA2369C1F66}"/>
              </a:ext>
            </a:extLst>
          </p:cNvPr>
          <p:cNvPicPr>
            <a:picLocks noChangeAspect="1"/>
          </p:cNvPicPr>
          <p:nvPr/>
        </p:nvPicPr>
        <p:blipFill>
          <a:blip r:embed="rId5"/>
          <a:stretch>
            <a:fillRect/>
          </a:stretch>
        </p:blipFill>
        <p:spPr>
          <a:xfrm>
            <a:off x="6072730" y="954024"/>
            <a:ext cx="2804433" cy="3429000"/>
          </a:xfrm>
          <a:prstGeom prst="rect">
            <a:avLst/>
          </a:prstGeom>
        </p:spPr>
      </p:pic>
    </p:spTree>
    <p:extLst>
      <p:ext uri="{BB962C8B-B14F-4D97-AF65-F5344CB8AC3E}">
        <p14:creationId xmlns:p14="http://schemas.microsoft.com/office/powerpoint/2010/main" val="3502564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A5D28749-F6B2-6814-4E2A-72E31B5C1B4B}"/>
            </a:ext>
          </a:extLst>
        </p:cNvPr>
        <p:cNvGrpSpPr/>
        <p:nvPr/>
      </p:nvGrpSpPr>
      <p:grpSpPr>
        <a:xfrm>
          <a:off x="0" y="0"/>
          <a:ext cx="0" cy="0"/>
          <a:chOff x="0" y="0"/>
          <a:chExt cx="0" cy="0"/>
        </a:xfrm>
      </p:grpSpPr>
      <p:sp>
        <p:nvSpPr>
          <p:cNvPr id="28" name="Shape 26">
            <a:extLst>
              <a:ext uri="{FF2B5EF4-FFF2-40B4-BE49-F238E27FC236}">
                <a16:creationId xmlns:a16="http://schemas.microsoft.com/office/drawing/2014/main" id="{3067B319-D3E7-767D-05F7-7354D2546B9D}"/>
              </a:ext>
            </a:extLst>
          </p:cNvPr>
          <p:cNvSpPr/>
          <p:nvPr/>
        </p:nvSpPr>
        <p:spPr>
          <a:xfrm>
            <a:off x="0" y="0"/>
            <a:ext cx="9144000" cy="36576"/>
          </a:xfrm>
          <a:prstGeom prst="rect">
            <a:avLst/>
          </a:prstGeom>
          <a:solidFill>
            <a:srgbClr val="F96532"/>
          </a:solidFill>
          <a:ln/>
        </p:spPr>
        <p:txBody>
          <a:bodyPr/>
          <a:lstStyle/>
          <a:p>
            <a:endParaRPr lang="en-GB"/>
          </a:p>
        </p:txBody>
      </p:sp>
      <p:sp>
        <p:nvSpPr>
          <p:cNvPr id="34" name="Shape 31">
            <a:extLst>
              <a:ext uri="{FF2B5EF4-FFF2-40B4-BE49-F238E27FC236}">
                <a16:creationId xmlns:a16="http://schemas.microsoft.com/office/drawing/2014/main" id="{F36FD014-1234-513E-9AB3-F9DD3B898882}"/>
              </a:ext>
            </a:extLst>
          </p:cNvPr>
          <p:cNvSpPr/>
          <p:nvPr/>
        </p:nvSpPr>
        <p:spPr>
          <a:xfrm>
            <a:off x="0" y="5106924"/>
            <a:ext cx="9144000" cy="36576"/>
          </a:xfrm>
          <a:prstGeom prst="rect">
            <a:avLst/>
          </a:prstGeom>
          <a:solidFill>
            <a:srgbClr val="F96532"/>
          </a:solidFill>
          <a:ln/>
        </p:spPr>
        <p:txBody>
          <a:bodyPr/>
          <a:lstStyle/>
          <a:p>
            <a:endParaRPr lang="en-GB"/>
          </a:p>
        </p:txBody>
      </p:sp>
      <p:sp>
        <p:nvSpPr>
          <p:cNvPr id="45" name="Rectangle 44">
            <a:extLst>
              <a:ext uri="{FF2B5EF4-FFF2-40B4-BE49-F238E27FC236}">
                <a16:creationId xmlns:a16="http://schemas.microsoft.com/office/drawing/2014/main" id="{8CC437D0-1D74-4E8B-9520-62DC78A31120}"/>
              </a:ext>
            </a:extLst>
          </p:cNvPr>
          <p:cNvSpPr/>
          <p:nvPr/>
        </p:nvSpPr>
        <p:spPr>
          <a:xfrm>
            <a:off x="304800" y="355600"/>
            <a:ext cx="2133600" cy="279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6" name="TextBox 45">
            <a:extLst>
              <a:ext uri="{FF2B5EF4-FFF2-40B4-BE49-F238E27FC236}">
                <a16:creationId xmlns:a16="http://schemas.microsoft.com/office/drawing/2014/main" id="{151E8DA7-A35B-414C-B509-3D78B4E25F16}"/>
              </a:ext>
            </a:extLst>
          </p:cNvPr>
          <p:cNvSpPr txBox="1"/>
          <p:nvPr/>
        </p:nvSpPr>
        <p:spPr>
          <a:xfrm>
            <a:off x="304800" y="355600"/>
            <a:ext cx="2133600" cy="279400"/>
          </a:xfrm>
          <a:prstGeom prst="rect">
            <a:avLst/>
          </a:prstGeom>
          <a:solidFill>
            <a:srgbClr val="F96532"/>
          </a:solidFill>
          <a:ln>
            <a:noFill/>
          </a:ln>
        </p:spPr>
        <p:txBody>
          <a:bodyPr vertOverflow="overflow" vert="horz" wrap="none" rtlCol="0" anchor="ctr" anchorCtr="0">
            <a:noAutofit/>
          </a:bodyPr>
          <a:lstStyle/>
          <a:p>
            <a:pPr marL="0" indent="0" algn="ctr">
              <a:buNone/>
            </a:pPr>
            <a:r>
              <a:rPr lang="en-GB" sz="1000" b="1" dirty="0">
                <a:solidFill>
                  <a:srgbClr val="FFFFFF"/>
                </a:solidFill>
                <a:latin typeface="Montserrat" pitchFamily="34" charset="0"/>
              </a:rPr>
              <a:t>VISION</a:t>
            </a:r>
          </a:p>
        </p:txBody>
      </p:sp>
      <p:sp>
        <p:nvSpPr>
          <p:cNvPr id="47" name="TextBox 46">
            <a:extLst>
              <a:ext uri="{FF2B5EF4-FFF2-40B4-BE49-F238E27FC236}">
                <a16:creationId xmlns:a16="http://schemas.microsoft.com/office/drawing/2014/main" id="{DFF87E00-F846-4998-9F9E-A6D90FFD5D45}"/>
              </a:ext>
            </a:extLst>
          </p:cNvPr>
          <p:cNvSpPr txBox="1"/>
          <p:nvPr/>
        </p:nvSpPr>
        <p:spPr>
          <a:xfrm>
            <a:off x="2590800" y="330200"/>
            <a:ext cx="6096000" cy="330200"/>
          </a:xfrm>
          <a:prstGeom prst="rect">
            <a:avLst/>
          </a:prstGeom>
          <a:noFill/>
          <a:ln>
            <a:noFill/>
          </a:ln>
        </p:spPr>
        <p:txBody>
          <a:bodyPr vertOverflow="overflow" vert="horz" wrap="square" rtlCol="0" anchor="ctr" anchorCtr="0">
            <a:noAutofit/>
          </a:bodyPr>
          <a:lstStyle/>
          <a:p>
            <a:pPr marL="0" indent="0">
              <a:buNone/>
            </a:pPr>
            <a:r>
              <a:rPr lang="en-GB" sz="1800" b="1" dirty="0">
                <a:solidFill>
                  <a:srgbClr val="FFFFFF"/>
                </a:solidFill>
                <a:latin typeface="Montserrat" pitchFamily="34" charset="0"/>
              </a:rPr>
              <a:t>The PACE Operating System</a:t>
            </a:r>
          </a:p>
        </p:txBody>
      </p:sp>
      <p:sp>
        <p:nvSpPr>
          <p:cNvPr id="2" name="PV_Sub">
            <a:extLst>
              <a:ext uri="{FF2B5EF4-FFF2-40B4-BE49-F238E27FC236}">
                <a16:creationId xmlns:a16="http://schemas.microsoft.com/office/drawing/2014/main" id="{9630D2A3-D96E-4121-8BED-F58C79E93D6D}"/>
              </a:ext>
            </a:extLst>
          </p:cNvPr>
          <p:cNvSpPr txBox="1"/>
          <p:nvPr/>
        </p:nvSpPr>
        <p:spPr>
          <a:xfrm>
            <a:off x="2590800" y="685800"/>
            <a:ext cx="6096000" cy="228600"/>
          </a:xfrm>
          <a:prstGeom prst="rect">
            <a:avLst/>
          </a:prstGeom>
          <a:noFill/>
          <a:ln>
            <a:noFill/>
          </a:ln>
        </p:spPr>
        <p:txBody>
          <a:bodyPr vertOverflow="overflow" vert="horz" wrap="square" rtlCol="0" anchor="t">
            <a:noAutofit/>
          </a:bodyPr>
          <a:lstStyle/>
          <a:p>
            <a:pPr algn="l"/>
            <a:r>
              <a:rPr lang="en-GB" sz="1200" i="1">
                <a:solidFill>
                  <a:srgbClr val="9CA3AF"/>
                </a:solidFill>
                <a:latin typeface="Open Sans"/>
                <a:ea typeface="Open Sans"/>
                <a:cs typeface="Open Sans"/>
              </a:rPr>
              <a:t>What we're really building.</a:t>
            </a:r>
          </a:p>
        </p:txBody>
      </p:sp>
      <p:sp>
        <p:nvSpPr>
          <p:cNvPr id="3" name="PV_Card_0">
            <a:extLst>
              <a:ext uri="{FF2B5EF4-FFF2-40B4-BE49-F238E27FC236}">
                <a16:creationId xmlns:a16="http://schemas.microsoft.com/office/drawing/2014/main" id="{743B955E-76BF-4360-BA1C-0A9D606CCEA3}"/>
              </a:ext>
            </a:extLst>
          </p:cNvPr>
          <p:cNvSpPr/>
          <p:nvPr/>
        </p:nvSpPr>
        <p:spPr>
          <a:xfrm>
            <a:off x="660400" y="1092200"/>
            <a:ext cx="3759200" cy="16764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4" name="PV_Acc_0">
            <a:extLst>
              <a:ext uri="{FF2B5EF4-FFF2-40B4-BE49-F238E27FC236}">
                <a16:creationId xmlns:a16="http://schemas.microsoft.com/office/drawing/2014/main" id="{CF9A776B-B65F-4126-BBDA-290947DEA491}"/>
              </a:ext>
            </a:extLst>
          </p:cNvPr>
          <p:cNvSpPr/>
          <p:nvPr/>
        </p:nvSpPr>
        <p:spPr>
          <a:xfrm>
            <a:off x="660400" y="1092200"/>
            <a:ext cx="50800" cy="1676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5" name="PV_EB_0">
            <a:extLst>
              <a:ext uri="{FF2B5EF4-FFF2-40B4-BE49-F238E27FC236}">
                <a16:creationId xmlns:a16="http://schemas.microsoft.com/office/drawing/2014/main" id="{A44D6DFC-E00B-42DA-85CF-1D71512F8A13}"/>
              </a:ext>
            </a:extLst>
          </p:cNvPr>
          <p:cNvSpPr txBox="1"/>
          <p:nvPr/>
        </p:nvSpPr>
        <p:spPr>
          <a:xfrm>
            <a:off x="889000" y="1270000"/>
            <a:ext cx="3352800" cy="177800"/>
          </a:xfrm>
          <a:prstGeom prst="rect">
            <a:avLst/>
          </a:prstGeom>
          <a:solidFill>
            <a:srgbClr val="161B22"/>
          </a:solidFill>
          <a:ln>
            <a:noFill/>
          </a:ln>
        </p:spPr>
        <p:txBody>
          <a:bodyPr vertOverflow="overflow" vert="horz" wrap="square" rtlCol="0" anchor="t">
            <a:noAutofit/>
          </a:bodyPr>
          <a:lstStyle/>
          <a:p>
            <a:pPr algn="l"/>
            <a:r>
              <a:rPr lang="en-GB" sz="1000" b="1">
                <a:solidFill>
                  <a:srgbClr val="F96532"/>
                </a:solidFill>
                <a:latin typeface="Montserrat"/>
              </a:rPr>
              <a:t>IMAGINE THE NEW ENGINEER</a:t>
            </a:r>
          </a:p>
        </p:txBody>
      </p:sp>
      <p:sp>
        <p:nvSpPr>
          <p:cNvPr id="6" name="PV_Body_0">
            <a:extLst>
              <a:ext uri="{FF2B5EF4-FFF2-40B4-BE49-F238E27FC236}">
                <a16:creationId xmlns:a16="http://schemas.microsoft.com/office/drawing/2014/main" id="{41025BD0-D03E-4EA3-B80A-53A13E16A256}"/>
              </a:ext>
            </a:extLst>
          </p:cNvPr>
          <p:cNvSpPr txBox="1"/>
          <p:nvPr/>
        </p:nvSpPr>
        <p:spPr>
          <a:xfrm>
            <a:off x="889000" y="1524000"/>
            <a:ext cx="3352800" cy="1117600"/>
          </a:xfrm>
          <a:prstGeom prst="rect">
            <a:avLst/>
          </a:prstGeom>
          <a:solidFill>
            <a:srgbClr val="161B22"/>
          </a:solidFill>
          <a:ln>
            <a:noFill/>
          </a:ln>
        </p:spPr>
        <p:txBody>
          <a:bodyPr vertOverflow="overflow" vert="horz" wrap="square" rtlCol="0" anchor="t">
            <a:noAutofit/>
          </a:bodyPr>
          <a:lstStyle/>
          <a:p>
            <a:pPr algn="l"/>
            <a:r>
              <a:rPr lang="en-GB" sz="1200">
                <a:solidFill>
                  <a:srgbClr val="E5E7EB"/>
                </a:solidFill>
                <a:latin typeface="Open Sans"/>
                <a:ea typeface="Open Sans"/>
                <a:cs typeface="Open Sans"/>
              </a:rPr>
              <a:t>Walks into their first railway project. Not intimidated by 14,000 NR standards on top of everything else they have to hold in their head. The tools meet them at the page that matters.</a:t>
            </a:r>
          </a:p>
        </p:txBody>
      </p:sp>
      <p:sp>
        <p:nvSpPr>
          <p:cNvPr id="7" name="PV_Card_1">
            <a:extLst>
              <a:ext uri="{FF2B5EF4-FFF2-40B4-BE49-F238E27FC236}">
                <a16:creationId xmlns:a16="http://schemas.microsoft.com/office/drawing/2014/main" id="{A14EDD9E-CDA4-4D39-94F4-AAED4F0143B5}"/>
              </a:ext>
            </a:extLst>
          </p:cNvPr>
          <p:cNvSpPr/>
          <p:nvPr/>
        </p:nvSpPr>
        <p:spPr>
          <a:xfrm>
            <a:off x="4724400" y="1092200"/>
            <a:ext cx="3759200" cy="1676400"/>
          </a:xfrm>
          <a:prstGeom prst="rect">
            <a:avLst/>
          </a:prstGeom>
          <a:solidFill>
            <a:srgbClr val="161B22"/>
          </a:solidFill>
          <a:ln w="9525" cap="flat" cmpd="sng" algn="ctr">
            <a:solidFill>
              <a:srgbClr val="2A2F3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8" name="PV_Acc_1">
            <a:extLst>
              <a:ext uri="{FF2B5EF4-FFF2-40B4-BE49-F238E27FC236}">
                <a16:creationId xmlns:a16="http://schemas.microsoft.com/office/drawing/2014/main" id="{3FEF9840-C920-4D6D-9C04-F7A304E0CA2C}"/>
              </a:ext>
            </a:extLst>
          </p:cNvPr>
          <p:cNvSpPr/>
          <p:nvPr/>
        </p:nvSpPr>
        <p:spPr>
          <a:xfrm>
            <a:off x="4724400" y="1092200"/>
            <a:ext cx="50800" cy="1676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9" name="PV_EB_1">
            <a:extLst>
              <a:ext uri="{FF2B5EF4-FFF2-40B4-BE49-F238E27FC236}">
                <a16:creationId xmlns:a16="http://schemas.microsoft.com/office/drawing/2014/main" id="{5AFC7BDE-40F3-4C67-8025-25689774F764}"/>
              </a:ext>
            </a:extLst>
          </p:cNvPr>
          <p:cNvSpPr txBox="1"/>
          <p:nvPr/>
        </p:nvSpPr>
        <p:spPr>
          <a:xfrm>
            <a:off x="4953000" y="1270000"/>
            <a:ext cx="3352800" cy="177800"/>
          </a:xfrm>
          <a:prstGeom prst="rect">
            <a:avLst/>
          </a:prstGeom>
          <a:solidFill>
            <a:srgbClr val="161B22"/>
          </a:solidFill>
          <a:ln>
            <a:noFill/>
          </a:ln>
        </p:spPr>
        <p:txBody>
          <a:bodyPr vertOverflow="overflow" vert="horz" wrap="square" rtlCol="0" anchor="t">
            <a:noAutofit/>
          </a:bodyPr>
          <a:lstStyle/>
          <a:p>
            <a:pPr algn="l"/>
            <a:r>
              <a:rPr lang="en-GB" sz="1000" b="1">
                <a:solidFill>
                  <a:srgbClr val="F96532"/>
                </a:solidFill>
                <a:latin typeface="Montserrat"/>
              </a:rPr>
              <a:t>IMAGINE THE FORM G THAT LANDS</a:t>
            </a:r>
          </a:p>
        </p:txBody>
      </p:sp>
      <p:sp>
        <p:nvSpPr>
          <p:cNvPr id="10" name="PV_Body_1">
            <a:extLst>
              <a:ext uri="{FF2B5EF4-FFF2-40B4-BE49-F238E27FC236}">
                <a16:creationId xmlns:a16="http://schemas.microsoft.com/office/drawing/2014/main" id="{D0A98FB3-2C75-47E5-99FA-C438CAED3CA3}"/>
              </a:ext>
            </a:extLst>
          </p:cNvPr>
          <p:cNvSpPr txBox="1"/>
          <p:nvPr/>
        </p:nvSpPr>
        <p:spPr>
          <a:xfrm>
            <a:off x="4953000" y="1524000"/>
            <a:ext cx="3352800" cy="1117600"/>
          </a:xfrm>
          <a:prstGeom prst="rect">
            <a:avLst/>
          </a:prstGeom>
          <a:solidFill>
            <a:srgbClr val="161B22"/>
          </a:solidFill>
          <a:ln>
            <a:noFill/>
          </a:ln>
        </p:spPr>
        <p:txBody>
          <a:bodyPr vertOverflow="overflow" vert="horz" wrap="square" rtlCol="0" anchor="t">
            <a:noAutofit/>
          </a:bodyPr>
          <a:lstStyle/>
          <a:p>
            <a:pPr algn="l"/>
            <a:r>
              <a:rPr lang="en-GB" sz="1200">
                <a:solidFill>
                  <a:srgbClr val="E5E7EB"/>
                </a:solidFill>
                <a:latin typeface="Open Sans"/>
                <a:ea typeface="Open Sans"/>
                <a:cs typeface="Open Sans"/>
              </a:rPr>
              <a:t>Submitted confident every corner is covered, every consideration demonstrable. CAT1 acceptance in 3 days — not 2 weeks of back-and-forth.</a:t>
            </a:r>
          </a:p>
        </p:txBody>
      </p:sp>
      <p:sp>
        <p:nvSpPr>
          <p:cNvPr id="11" name="PV_Principle">
            <a:extLst>
              <a:ext uri="{FF2B5EF4-FFF2-40B4-BE49-F238E27FC236}">
                <a16:creationId xmlns:a16="http://schemas.microsoft.com/office/drawing/2014/main" id="{2F8898B2-EAE7-4809-B618-FAF70E63F4DF}"/>
              </a:ext>
            </a:extLst>
          </p:cNvPr>
          <p:cNvSpPr txBox="1"/>
          <p:nvPr/>
        </p:nvSpPr>
        <p:spPr>
          <a:xfrm>
            <a:off x="736600" y="3048000"/>
            <a:ext cx="7670800" cy="482600"/>
          </a:xfrm>
          <a:prstGeom prst="rect">
            <a:avLst/>
          </a:prstGeom>
          <a:noFill/>
          <a:ln>
            <a:noFill/>
          </a:ln>
        </p:spPr>
        <p:txBody>
          <a:bodyPr vertOverflow="overflow" vert="horz" wrap="square" rtlCol="0" anchor="t">
            <a:noAutofit/>
          </a:bodyPr>
          <a:lstStyle/>
          <a:p>
            <a:pPr algn="l"/>
            <a:r>
              <a:rPr lang="en-GB" sz="3000" b="1" dirty="0">
                <a:solidFill>
                  <a:srgbClr val="F96532"/>
                </a:solidFill>
                <a:latin typeface="Montserrat"/>
              </a:rPr>
              <a:t>Amplify, not replace.</a:t>
            </a:r>
          </a:p>
        </p:txBody>
      </p:sp>
      <p:sp>
        <p:nvSpPr>
          <p:cNvPr id="12" name="PV_Callback">
            <a:extLst>
              <a:ext uri="{FF2B5EF4-FFF2-40B4-BE49-F238E27FC236}">
                <a16:creationId xmlns:a16="http://schemas.microsoft.com/office/drawing/2014/main" id="{D5EFA063-FB8E-426A-984F-F1C3055C55EC}"/>
              </a:ext>
            </a:extLst>
          </p:cNvPr>
          <p:cNvSpPr txBox="1"/>
          <p:nvPr/>
        </p:nvSpPr>
        <p:spPr>
          <a:xfrm>
            <a:off x="736600" y="3581400"/>
            <a:ext cx="7670800" cy="279400"/>
          </a:xfrm>
          <a:prstGeom prst="rect">
            <a:avLst/>
          </a:prstGeom>
          <a:noFill/>
          <a:ln>
            <a:noFill/>
          </a:ln>
        </p:spPr>
        <p:txBody>
          <a:bodyPr vertOverflow="overflow" vert="horz" wrap="square" rtlCol="0" anchor="t">
            <a:noAutofit/>
          </a:bodyPr>
          <a:lstStyle/>
          <a:p>
            <a:pPr algn="l"/>
            <a:r>
              <a:rPr lang="en-GB" sz="1400" dirty="0">
                <a:solidFill>
                  <a:srgbClr val="FFFFFF"/>
                </a:solidFill>
                <a:latin typeface="Open Sans"/>
                <a:ea typeface="Open Sans"/>
                <a:cs typeface="Open Sans"/>
              </a:rPr>
              <a:t>So engineers can be the best engineer they want to be — not the best admin.</a:t>
            </a:r>
          </a:p>
        </p:txBody>
      </p:sp>
      <p:sp>
        <p:nvSpPr>
          <p:cNvPr id="13" name="PV_Ref">
            <a:extLst>
              <a:ext uri="{FF2B5EF4-FFF2-40B4-BE49-F238E27FC236}">
                <a16:creationId xmlns:a16="http://schemas.microsoft.com/office/drawing/2014/main" id="{A831ABAF-CAC8-4039-A5C0-7C1300189787}"/>
              </a:ext>
            </a:extLst>
          </p:cNvPr>
          <p:cNvSpPr txBox="1"/>
          <p:nvPr/>
        </p:nvSpPr>
        <p:spPr>
          <a:xfrm>
            <a:off x="736600" y="4419600"/>
            <a:ext cx="7670800" cy="203200"/>
          </a:xfrm>
          <a:prstGeom prst="rect">
            <a:avLst/>
          </a:prstGeom>
          <a:noFill/>
          <a:ln>
            <a:noFill/>
          </a:ln>
        </p:spPr>
        <p:txBody>
          <a:bodyPr vertOverflow="overflow" vert="horz" wrap="square" rtlCol="0" anchor="t">
            <a:noAutofit/>
          </a:bodyPr>
          <a:lstStyle/>
          <a:p>
            <a:pPr algn="l"/>
            <a:r>
              <a:rPr lang="en-GB" sz="1600" b="1" dirty="0">
                <a:solidFill>
                  <a:srgbClr val="F96532"/>
                </a:solidFill>
                <a:latin typeface="Montserrat"/>
              </a:rPr>
              <a:t>Same idea as the referee </a:t>
            </a:r>
            <a:r>
              <a:rPr lang="en-GB" sz="1000" i="1" dirty="0">
                <a:solidFill>
                  <a:srgbClr val="9CA3AF"/>
                </a:solidFill>
                <a:latin typeface="Open Sans"/>
                <a:ea typeface="Open Sans"/>
                <a:cs typeface="Open Sans"/>
              </a:rPr>
              <a:t>— better tools, sharper judgement, fewer missed calls in less time taken.</a:t>
            </a:r>
          </a:p>
        </p:txBody>
      </p:sp>
      <p:pic>
        <p:nvPicPr>
          <p:cNvPr id="14" name="Picture 14" descr="Hanging Judge | Good start to the new season | News24">
            <a:extLst>
              <a:ext uri="{FF2B5EF4-FFF2-40B4-BE49-F238E27FC236}">
                <a16:creationId xmlns:a16="http://schemas.microsoft.com/office/drawing/2014/main" id="{1733A0D5-DCC8-64A0-BB7B-FC5B0A548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1539" y="3946652"/>
            <a:ext cx="1608625" cy="116027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5863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a:extLst>
            <a:ext uri="{FF2B5EF4-FFF2-40B4-BE49-F238E27FC236}">
              <a16:creationId xmlns:a16="http://schemas.microsoft.com/office/drawing/2014/main" id="{951D5869-BE88-34A6-1466-75742C16B68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B81224C-C0D5-FDF3-083D-B9B52C735387}"/>
              </a:ext>
            </a:extLst>
          </p:cNvPr>
          <p:cNvSpPr/>
          <p:nvPr/>
        </p:nvSpPr>
        <p:spPr>
          <a:xfrm>
            <a:off x="0" y="0"/>
            <a:ext cx="9144000" cy="36576"/>
          </a:xfrm>
          <a:prstGeom prst="rect">
            <a:avLst/>
          </a:prstGeom>
          <a:solidFill>
            <a:srgbClr val="F96532"/>
          </a:solidFill>
          <a:ln/>
        </p:spPr>
        <p:txBody>
          <a:bodyPr/>
          <a:lstStyle/>
          <a:p>
            <a:endParaRPr lang="en-GB"/>
          </a:p>
        </p:txBody>
      </p:sp>
      <p:pic>
        <p:nvPicPr>
          <p:cNvPr id="7" name="Image 0" descr="preencoded.png">
            <a:extLst>
              <a:ext uri="{FF2B5EF4-FFF2-40B4-BE49-F238E27FC236}">
                <a16:creationId xmlns:a16="http://schemas.microsoft.com/office/drawing/2014/main" id="{14362F2A-45F6-FD2C-820A-FF202D54B612}"/>
              </a:ext>
            </a:extLst>
          </p:cNvPr>
          <p:cNvPicPr>
            <a:picLocks noChangeAspect="1"/>
          </p:cNvPicPr>
          <p:nvPr/>
        </p:nvPicPr>
        <p:blipFill>
          <a:blip r:embed="rId2"/>
          <a:stretch>
            <a:fillRect/>
          </a:stretch>
        </p:blipFill>
        <p:spPr>
          <a:xfrm>
            <a:off x="8321040" y="4434840"/>
            <a:ext cx="457200" cy="457200"/>
          </a:xfrm>
          <a:prstGeom prst="rect">
            <a:avLst/>
          </a:prstGeom>
        </p:spPr>
      </p:pic>
      <p:sp>
        <p:nvSpPr>
          <p:cNvPr id="8" name="Shape 5">
            <a:extLst>
              <a:ext uri="{FF2B5EF4-FFF2-40B4-BE49-F238E27FC236}">
                <a16:creationId xmlns:a16="http://schemas.microsoft.com/office/drawing/2014/main" id="{D02D9047-84FE-BC57-73C1-E73CF0565893}"/>
              </a:ext>
            </a:extLst>
          </p:cNvPr>
          <p:cNvSpPr/>
          <p:nvPr/>
        </p:nvSpPr>
        <p:spPr>
          <a:xfrm>
            <a:off x="0" y="5106924"/>
            <a:ext cx="9144000" cy="36576"/>
          </a:xfrm>
          <a:prstGeom prst="rect">
            <a:avLst/>
          </a:prstGeom>
          <a:solidFill>
            <a:srgbClr val="F96532"/>
          </a:solidFill>
          <a:ln/>
        </p:spPr>
        <p:txBody>
          <a:bodyPr/>
          <a:lstStyle/>
          <a:p>
            <a:endParaRPr lang="en-GB"/>
          </a:p>
        </p:txBody>
      </p:sp>
      <p:pic>
        <p:nvPicPr>
          <p:cNvPr id="12" name="Picture 11">
            <a:extLst>
              <a:ext uri="{FF2B5EF4-FFF2-40B4-BE49-F238E27FC236}">
                <a16:creationId xmlns:a16="http://schemas.microsoft.com/office/drawing/2014/main" id="{B2A549B3-2D1E-10F1-1249-F7547A269D4D}"/>
              </a:ext>
            </a:extLst>
          </p:cNvPr>
          <p:cNvPicPr>
            <a:picLocks noChangeAspect="1"/>
          </p:cNvPicPr>
          <p:nvPr/>
        </p:nvPicPr>
        <p:blipFill>
          <a:blip r:embed="rId3"/>
          <a:stretch>
            <a:fillRect/>
          </a:stretch>
        </p:blipFill>
        <p:spPr>
          <a:xfrm>
            <a:off x="6092456" y="3031715"/>
            <a:ext cx="1676933" cy="1967767"/>
          </a:xfrm>
          <a:prstGeom prst="rect">
            <a:avLst/>
          </a:prstGeom>
        </p:spPr>
      </p:pic>
      <p:sp>
        <p:nvSpPr>
          <p:cNvPr id="13" name="CTA_Head">
            <a:extLst>
              <a:ext uri="{FF2B5EF4-FFF2-40B4-BE49-F238E27FC236}">
                <a16:creationId xmlns:a16="http://schemas.microsoft.com/office/drawing/2014/main" id="{AEFD2030-E254-483A-8615-CA15F6D67005}"/>
              </a:ext>
            </a:extLst>
          </p:cNvPr>
          <p:cNvSpPr txBox="1"/>
          <p:nvPr/>
        </p:nvSpPr>
        <p:spPr>
          <a:xfrm>
            <a:off x="520699" y="520700"/>
            <a:ext cx="6951663" cy="660400"/>
          </a:xfrm>
          <a:prstGeom prst="rect">
            <a:avLst/>
          </a:prstGeom>
          <a:noFill/>
          <a:ln>
            <a:noFill/>
          </a:ln>
        </p:spPr>
        <p:txBody>
          <a:bodyPr vertOverflow="overflow" vert="horz" wrap="square" rtlCol="0" anchor="t">
            <a:noAutofit/>
          </a:bodyPr>
          <a:lstStyle/>
          <a:p>
            <a:pPr algn="l"/>
            <a:r>
              <a:rPr lang="en-GB" sz="3800" b="1" dirty="0">
                <a:solidFill>
                  <a:srgbClr val="FFFFFF"/>
                </a:solidFill>
                <a:latin typeface="Montserrat"/>
              </a:rPr>
              <a:t>What might be your </a:t>
            </a:r>
            <a:r>
              <a:rPr lang="en-GB" sz="3800" b="1" i="1" dirty="0">
                <a:solidFill>
                  <a:srgbClr val="F96532"/>
                </a:solidFill>
                <a:latin typeface="Montserrat"/>
              </a:rPr>
              <a:t>X</a:t>
            </a:r>
            <a:r>
              <a:rPr lang="en-GB" sz="3800" b="1" dirty="0">
                <a:solidFill>
                  <a:srgbClr val="FFFFFF"/>
                </a:solidFill>
                <a:latin typeface="Montserrat"/>
              </a:rPr>
              <a:t>.</a:t>
            </a:r>
          </a:p>
        </p:txBody>
      </p:sp>
      <p:sp>
        <p:nvSpPr>
          <p:cNvPr id="15" name="CTA_Rule">
            <a:extLst>
              <a:ext uri="{FF2B5EF4-FFF2-40B4-BE49-F238E27FC236}">
                <a16:creationId xmlns:a16="http://schemas.microsoft.com/office/drawing/2014/main" id="{D60A9752-18F3-40A3-8009-7F054E1063E7}"/>
              </a:ext>
            </a:extLst>
          </p:cNvPr>
          <p:cNvSpPr/>
          <p:nvPr/>
        </p:nvSpPr>
        <p:spPr>
          <a:xfrm>
            <a:off x="635000" y="1206500"/>
            <a:ext cx="762000" cy="25400"/>
          </a:xfrm>
          <a:prstGeom prst="rect">
            <a:avLst/>
          </a:prstGeom>
          <a:solidFill>
            <a:srgbClr val="F96532"/>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GB"/>
          </a:p>
        </p:txBody>
      </p:sp>
      <p:sp>
        <p:nvSpPr>
          <p:cNvPr id="16" name="CTA_Inv">
            <a:extLst>
              <a:ext uri="{FF2B5EF4-FFF2-40B4-BE49-F238E27FC236}">
                <a16:creationId xmlns:a16="http://schemas.microsoft.com/office/drawing/2014/main" id="{45307082-262F-4ED0-A04B-6605D2F96A8D}"/>
              </a:ext>
            </a:extLst>
          </p:cNvPr>
          <p:cNvSpPr txBox="1"/>
          <p:nvPr/>
        </p:nvSpPr>
        <p:spPr>
          <a:xfrm>
            <a:off x="635000" y="3117850"/>
            <a:ext cx="5080000" cy="711200"/>
          </a:xfrm>
          <a:prstGeom prst="rect">
            <a:avLst/>
          </a:prstGeom>
          <a:noFill/>
          <a:ln>
            <a:noFill/>
          </a:ln>
        </p:spPr>
        <p:txBody>
          <a:bodyPr vertOverflow="overflow" vert="horz" wrap="square" rtlCol="0" anchor="t">
            <a:noAutofit/>
          </a:bodyPr>
          <a:lstStyle/>
          <a:p>
            <a:pPr algn="l"/>
            <a:r>
              <a:rPr lang="en-GB" sz="1300" dirty="0">
                <a:solidFill>
                  <a:srgbClr val="E5E7EB"/>
                </a:solidFill>
                <a:latin typeface="Open Sans"/>
                <a:ea typeface="Open Sans"/>
                <a:cs typeface="Open Sans"/>
              </a:rPr>
              <a:t>Scan the code to join the </a:t>
            </a:r>
            <a:r>
              <a:rPr lang="en-GB" sz="1300" dirty="0" err="1">
                <a:solidFill>
                  <a:srgbClr val="E5E7EB"/>
                </a:solidFill>
                <a:latin typeface="Open Sans"/>
                <a:ea typeface="Open Sans"/>
                <a:cs typeface="Open Sans"/>
              </a:rPr>
              <a:t>AutomateX</a:t>
            </a:r>
            <a:r>
              <a:rPr lang="en-GB" sz="1300" dirty="0">
                <a:solidFill>
                  <a:srgbClr val="E5E7EB"/>
                </a:solidFill>
                <a:latin typeface="Open Sans"/>
                <a:ea typeface="Open Sans"/>
                <a:cs typeface="Open Sans"/>
              </a:rPr>
              <a:t> waitlist — early access for engineering teams trialling </a:t>
            </a:r>
            <a:r>
              <a:rPr lang="en-GB" sz="1300" dirty="0" err="1">
                <a:solidFill>
                  <a:srgbClr val="F96532"/>
                </a:solidFill>
                <a:latin typeface="Open Sans"/>
                <a:ea typeface="Open Sans"/>
                <a:cs typeface="Open Sans"/>
              </a:rPr>
              <a:t>Scribtive</a:t>
            </a:r>
            <a:r>
              <a:rPr lang="en-GB" sz="1300" dirty="0">
                <a:solidFill>
                  <a:srgbClr val="E5E7EB"/>
                </a:solidFill>
                <a:latin typeface="Open Sans"/>
                <a:ea typeface="Open Sans"/>
                <a:cs typeface="Open Sans"/>
              </a:rPr>
              <a:t> on live jobs. </a:t>
            </a:r>
            <a:r>
              <a:rPr lang="en-GB" sz="1300" b="1" dirty="0">
                <a:solidFill>
                  <a:srgbClr val="F96532"/>
                </a:solidFill>
                <a:latin typeface="Open Sans"/>
                <a:ea typeface="Open Sans"/>
                <a:cs typeface="Open Sans"/>
              </a:rPr>
              <a:t>Our next cohort start in July.</a:t>
            </a:r>
          </a:p>
        </p:txBody>
      </p:sp>
      <p:sp>
        <p:nvSpPr>
          <p:cNvPr id="18" name="CTA_Name">
            <a:extLst>
              <a:ext uri="{FF2B5EF4-FFF2-40B4-BE49-F238E27FC236}">
                <a16:creationId xmlns:a16="http://schemas.microsoft.com/office/drawing/2014/main" id="{C86B3FD5-9063-45EF-90EC-7003534FFEA9}"/>
              </a:ext>
            </a:extLst>
          </p:cNvPr>
          <p:cNvSpPr txBox="1"/>
          <p:nvPr/>
        </p:nvSpPr>
        <p:spPr>
          <a:xfrm>
            <a:off x="635000" y="3911600"/>
            <a:ext cx="5080000" cy="254000"/>
          </a:xfrm>
          <a:prstGeom prst="rect">
            <a:avLst/>
          </a:prstGeom>
          <a:noFill/>
          <a:ln>
            <a:noFill/>
          </a:ln>
        </p:spPr>
        <p:txBody>
          <a:bodyPr vertOverflow="overflow" vert="horz" wrap="square" rtlCol="0" anchor="t">
            <a:noAutofit/>
          </a:bodyPr>
          <a:lstStyle/>
          <a:p>
            <a:pPr algn="l"/>
            <a:r>
              <a:rPr lang="en-GB" sz="1300" b="1" dirty="0">
                <a:solidFill>
                  <a:srgbClr val="FFFFFF"/>
                </a:solidFill>
                <a:latin typeface="Montserrat"/>
              </a:rPr>
              <a:t>Bill Guo — Founder</a:t>
            </a:r>
          </a:p>
        </p:txBody>
      </p:sp>
      <p:sp>
        <p:nvSpPr>
          <p:cNvPr id="19" name="CTA_Email">
            <a:extLst>
              <a:ext uri="{FF2B5EF4-FFF2-40B4-BE49-F238E27FC236}">
                <a16:creationId xmlns:a16="http://schemas.microsoft.com/office/drawing/2014/main" id="{132FD844-80CE-401A-A2B3-1C9196C1580A}"/>
              </a:ext>
            </a:extLst>
          </p:cNvPr>
          <p:cNvSpPr txBox="1"/>
          <p:nvPr/>
        </p:nvSpPr>
        <p:spPr>
          <a:xfrm>
            <a:off x="635000" y="4165600"/>
            <a:ext cx="5080000" cy="228600"/>
          </a:xfrm>
          <a:prstGeom prst="rect">
            <a:avLst/>
          </a:prstGeom>
          <a:noFill/>
          <a:ln>
            <a:noFill/>
          </a:ln>
        </p:spPr>
        <p:txBody>
          <a:bodyPr vertOverflow="overflow" vert="horz" wrap="square" rtlCol="0" anchor="t">
            <a:noAutofit/>
          </a:bodyPr>
          <a:lstStyle/>
          <a:p>
            <a:pPr algn="l"/>
            <a:r>
              <a:rPr lang="en-GB" sz="1100">
                <a:solidFill>
                  <a:srgbClr val="E5E7EB"/>
                </a:solidFill>
                <a:latin typeface="Open Sans"/>
                <a:ea typeface="Open Sans"/>
                <a:cs typeface="Open Sans"/>
              </a:rPr>
              <a:t>bill.guo@automatex.uk  ·  automatex.uk</a:t>
            </a:r>
          </a:p>
        </p:txBody>
      </p:sp>
      <p:sp>
        <p:nvSpPr>
          <p:cNvPr id="20" name="CTA_LI">
            <a:extLst>
              <a:ext uri="{FF2B5EF4-FFF2-40B4-BE49-F238E27FC236}">
                <a16:creationId xmlns:a16="http://schemas.microsoft.com/office/drawing/2014/main" id="{BE1AE8A2-8C5B-41B0-8BC4-EEF36D9E5A18}"/>
              </a:ext>
            </a:extLst>
          </p:cNvPr>
          <p:cNvSpPr txBox="1"/>
          <p:nvPr/>
        </p:nvSpPr>
        <p:spPr>
          <a:xfrm>
            <a:off x="635000" y="4419600"/>
            <a:ext cx="5080000" cy="203200"/>
          </a:xfrm>
          <a:prstGeom prst="rect">
            <a:avLst/>
          </a:prstGeom>
          <a:noFill/>
          <a:ln>
            <a:noFill/>
          </a:ln>
        </p:spPr>
        <p:txBody>
          <a:bodyPr vertOverflow="overflow" vert="horz" wrap="square" rtlCol="0" anchor="t">
            <a:noAutofit/>
          </a:bodyPr>
          <a:lstStyle/>
          <a:p>
            <a:pPr algn="l"/>
            <a:r>
              <a:rPr lang="en-GB" sz="900">
                <a:solidFill>
                  <a:srgbClr val="9CA3AF"/>
                </a:solidFill>
                <a:latin typeface="Open Sans"/>
                <a:ea typeface="Open Sans"/>
                <a:cs typeface="Open Sans"/>
              </a:rPr>
              <a:t>linkedin.com/in/bill-guo-ceng-mice-b0114681</a:t>
            </a:r>
          </a:p>
        </p:txBody>
      </p:sp>
      <p:sp>
        <p:nvSpPr>
          <p:cNvPr id="3" name="CTA_Inv">
            <a:extLst>
              <a:ext uri="{FF2B5EF4-FFF2-40B4-BE49-F238E27FC236}">
                <a16:creationId xmlns:a16="http://schemas.microsoft.com/office/drawing/2014/main" id="{71552258-B5EB-3E68-F8BC-07BC60E168CC}"/>
              </a:ext>
            </a:extLst>
          </p:cNvPr>
          <p:cNvSpPr txBox="1"/>
          <p:nvPr/>
        </p:nvSpPr>
        <p:spPr>
          <a:xfrm>
            <a:off x="635000" y="1389888"/>
            <a:ext cx="5080000" cy="711200"/>
          </a:xfrm>
          <a:prstGeom prst="rect">
            <a:avLst/>
          </a:prstGeom>
          <a:noFill/>
          <a:ln>
            <a:noFill/>
          </a:ln>
        </p:spPr>
        <p:txBody>
          <a:bodyPr vertOverflow="overflow" vert="horz" wrap="square" rtlCol="0" anchor="t">
            <a:noAutofit/>
          </a:bodyPr>
          <a:lstStyle/>
          <a:p>
            <a:r>
              <a:rPr lang="en-GB" sz="1400" b="1" i="1" dirty="0">
                <a:solidFill>
                  <a:srgbClr val="F96532"/>
                </a:solidFill>
                <a:latin typeface="Montserrat"/>
              </a:rPr>
              <a:t>X = part of your workflow that are</a:t>
            </a:r>
          </a:p>
          <a:p>
            <a:pPr marL="285750" indent="-285750">
              <a:buFont typeface="Arial" panose="020B0604020202020204" pitchFamily="34" charset="0"/>
              <a:buChar char="•"/>
            </a:pPr>
            <a:r>
              <a:rPr lang="en-GB" sz="1400" b="1" i="1" dirty="0">
                <a:solidFill>
                  <a:srgbClr val="F96532"/>
                </a:solidFill>
                <a:latin typeface="Montserrat"/>
                <a:ea typeface="Open Sans"/>
                <a:cs typeface="Open Sans"/>
              </a:rPr>
              <a:t>Low engineering judgement </a:t>
            </a:r>
          </a:p>
          <a:p>
            <a:pPr marL="285750" indent="-285750">
              <a:buFont typeface="Arial" panose="020B0604020202020204" pitchFamily="34" charset="0"/>
              <a:buChar char="•"/>
            </a:pPr>
            <a:r>
              <a:rPr lang="en-GB" sz="1400" b="1" i="1" dirty="0">
                <a:solidFill>
                  <a:srgbClr val="F96532"/>
                </a:solidFill>
                <a:latin typeface="Montserrat"/>
                <a:ea typeface="Open Sans"/>
                <a:cs typeface="Open Sans"/>
              </a:rPr>
              <a:t>Repetitive</a:t>
            </a:r>
          </a:p>
          <a:p>
            <a:pPr marL="285750" indent="-285750">
              <a:buFont typeface="Arial" panose="020B0604020202020204" pitchFamily="34" charset="0"/>
              <a:buChar char="•"/>
            </a:pPr>
            <a:r>
              <a:rPr lang="en-GB" sz="1400" b="1" i="1" dirty="0">
                <a:solidFill>
                  <a:srgbClr val="F96532"/>
                </a:solidFill>
                <a:latin typeface="Montserrat"/>
                <a:ea typeface="Open Sans"/>
                <a:cs typeface="Open Sans"/>
              </a:rPr>
              <a:t>Time-consuming</a:t>
            </a:r>
          </a:p>
          <a:p>
            <a:pPr marL="285750" indent="-285750">
              <a:buFont typeface="Arial" panose="020B0604020202020204" pitchFamily="34" charset="0"/>
              <a:buChar char="•"/>
            </a:pPr>
            <a:r>
              <a:rPr lang="en-GB" sz="1400" b="1" i="1" dirty="0">
                <a:solidFill>
                  <a:srgbClr val="F96532"/>
                </a:solidFill>
                <a:latin typeface="Montserrat"/>
                <a:ea typeface="Open Sans"/>
                <a:cs typeface="Open Sans"/>
              </a:rPr>
              <a:t>Laborious </a:t>
            </a:r>
          </a:p>
          <a:p>
            <a:pPr marL="285750" indent="-285750">
              <a:buFont typeface="Arial" panose="020B0604020202020204" pitchFamily="34" charset="0"/>
              <a:buChar char="•"/>
            </a:pPr>
            <a:r>
              <a:rPr lang="en-GB" sz="1400" b="1" i="1" dirty="0">
                <a:solidFill>
                  <a:srgbClr val="F96532"/>
                </a:solidFill>
                <a:latin typeface="Montserrat"/>
                <a:ea typeface="Open Sans"/>
                <a:cs typeface="Open Sans"/>
              </a:rPr>
              <a:t>Error-prone</a:t>
            </a:r>
            <a:endParaRPr lang="en-GB" sz="1300" b="1" dirty="0">
              <a:solidFill>
                <a:srgbClr val="F96532"/>
              </a:solidFill>
              <a:latin typeface="Open Sans"/>
              <a:ea typeface="Open Sans"/>
              <a:cs typeface="Open Sans"/>
            </a:endParaRPr>
          </a:p>
        </p:txBody>
      </p:sp>
    </p:spTree>
    <p:extLst>
      <p:ext uri="{BB962C8B-B14F-4D97-AF65-F5344CB8AC3E}">
        <p14:creationId xmlns:p14="http://schemas.microsoft.com/office/powerpoint/2010/main" val="3646841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8B56490-EB02-41D6-8D06-5CD128B1EDB0}">
  <we:reference id="WA200010001" version="1.0.0.1" store="Omex" storeType="OMEX"/>
  <we:alternateReferences>
    <we:reference id="WA200010001" version="1.0.0.1" store="WA200010001" storeType="OMEX"/>
  </we:alternateReferences>
  <we:properties>
    <we:property name="claude.fileId" value="&quot;c35b1712-5d27-41d4-a42f-d051bbf037f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1287</TotalTime>
  <Words>1191</Words>
  <Application>Microsoft Office PowerPoint</Application>
  <PresentationFormat>On-screen Show (16:9)</PresentationFormat>
  <Paragraphs>162</Paragraphs>
  <Slides>19</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Montserrat</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AutomateX Presentation Template</dc:title>
  <dc:subject>PptxGenJS Presentation</dc:subject>
  <dc:creator>AutomateX Advisory</dc:creator>
  <cp:lastModifiedBy>Bill Guo</cp:lastModifiedBy>
  <cp:revision>1</cp:revision>
  <dcterms:created xsi:type="dcterms:W3CDTF">2026-03-11T22:02:23Z</dcterms:created>
  <dcterms:modified xsi:type="dcterms:W3CDTF">2026-05-06T13:31:20Z</dcterms:modified>
</cp:coreProperties>
</file>